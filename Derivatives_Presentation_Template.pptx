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0" r:id="rId1"/>
  </p:sldMasterIdLst>
  <p:notesMasterIdLst>
    <p:notesMasterId r:id="rId17"/>
  </p:notesMasterIdLst>
  <p:handoutMasterIdLst>
    <p:handoutMasterId r:id="rId18"/>
  </p:handoutMasterIdLst>
  <p:sldIdLst>
    <p:sldId id="299" r:id="rId2"/>
    <p:sldId id="258" r:id="rId3"/>
    <p:sldId id="259" r:id="rId4"/>
    <p:sldId id="261" r:id="rId5"/>
    <p:sldId id="301" r:id="rId6"/>
    <p:sldId id="262" r:id="rId7"/>
    <p:sldId id="297" r:id="rId8"/>
    <p:sldId id="294" r:id="rId9"/>
    <p:sldId id="276" r:id="rId10"/>
    <p:sldId id="308" r:id="rId11"/>
    <p:sldId id="303" r:id="rId12"/>
    <p:sldId id="304" r:id="rId13"/>
    <p:sldId id="269" r:id="rId14"/>
    <p:sldId id="272" r:id="rId15"/>
    <p:sldId id="274" r:id="rId16"/>
  </p:sldIdLst>
  <p:sldSz cx="10058400" cy="7772400"/>
  <p:notesSz cx="6946900" cy="9220200"/>
  <p:defaultTextStyle>
    <a:defPPr>
      <a:defRPr lang="en-US"/>
    </a:defPPr>
    <a:lvl1pPr algn="l" defTabSz="1017588" rtl="0" eaLnBrk="0" fontAlgn="base" hangingPunct="0">
      <a:spcBef>
        <a:spcPct val="0"/>
      </a:spcBef>
      <a:spcAft>
        <a:spcPct val="0"/>
      </a:spcAft>
      <a:defRPr sz="2000" kern="1200">
        <a:solidFill>
          <a:schemeClr val="tx1"/>
        </a:solidFill>
        <a:latin typeface="Calibri" panose="020F0502020204030204" pitchFamily="34" charset="0"/>
        <a:ea typeface="+mn-ea"/>
        <a:cs typeface="+mn-cs"/>
      </a:defRPr>
    </a:lvl1pPr>
    <a:lvl2pPr marL="508000" indent="-50800" algn="l" defTabSz="1017588" rtl="0" eaLnBrk="0" fontAlgn="base" hangingPunct="0">
      <a:spcBef>
        <a:spcPct val="0"/>
      </a:spcBef>
      <a:spcAft>
        <a:spcPct val="0"/>
      </a:spcAft>
      <a:defRPr sz="2000" kern="1200">
        <a:solidFill>
          <a:schemeClr val="tx1"/>
        </a:solidFill>
        <a:latin typeface="Calibri" panose="020F0502020204030204" pitchFamily="34" charset="0"/>
        <a:ea typeface="+mn-ea"/>
        <a:cs typeface="+mn-cs"/>
      </a:defRPr>
    </a:lvl2pPr>
    <a:lvl3pPr marL="1017588" indent="-103188" algn="l" defTabSz="1017588" rtl="0" eaLnBrk="0" fontAlgn="base" hangingPunct="0">
      <a:spcBef>
        <a:spcPct val="0"/>
      </a:spcBef>
      <a:spcAft>
        <a:spcPct val="0"/>
      </a:spcAft>
      <a:defRPr sz="2000" kern="1200">
        <a:solidFill>
          <a:schemeClr val="tx1"/>
        </a:solidFill>
        <a:latin typeface="Calibri" panose="020F0502020204030204" pitchFamily="34" charset="0"/>
        <a:ea typeface="+mn-ea"/>
        <a:cs typeface="+mn-cs"/>
      </a:defRPr>
    </a:lvl3pPr>
    <a:lvl4pPr marL="1527175" indent="-155575" algn="l" defTabSz="1017588" rtl="0" eaLnBrk="0" fontAlgn="base" hangingPunct="0">
      <a:spcBef>
        <a:spcPct val="0"/>
      </a:spcBef>
      <a:spcAft>
        <a:spcPct val="0"/>
      </a:spcAft>
      <a:defRPr sz="2000" kern="1200">
        <a:solidFill>
          <a:schemeClr val="tx1"/>
        </a:solidFill>
        <a:latin typeface="Calibri" panose="020F0502020204030204" pitchFamily="34" charset="0"/>
        <a:ea typeface="+mn-ea"/>
        <a:cs typeface="+mn-cs"/>
      </a:defRPr>
    </a:lvl4pPr>
    <a:lvl5pPr marL="2036763" indent="-207963" algn="l" defTabSz="1017588" rtl="0" eaLnBrk="0" fontAlgn="base" hangingPunct="0">
      <a:spcBef>
        <a:spcPct val="0"/>
      </a:spcBef>
      <a:spcAft>
        <a:spcPct val="0"/>
      </a:spcAft>
      <a:defRPr sz="2000" kern="1200">
        <a:solidFill>
          <a:schemeClr val="tx1"/>
        </a:solidFill>
        <a:latin typeface="Calibri" panose="020F0502020204030204" pitchFamily="34" charset="0"/>
        <a:ea typeface="+mn-ea"/>
        <a:cs typeface="+mn-cs"/>
      </a:defRPr>
    </a:lvl5pPr>
    <a:lvl6pPr marL="2286000" algn="l" defTabSz="914400" rtl="0" eaLnBrk="1" latinLnBrk="0" hangingPunct="1">
      <a:defRPr sz="2000" kern="1200">
        <a:solidFill>
          <a:schemeClr val="tx1"/>
        </a:solidFill>
        <a:latin typeface="Calibri" panose="020F0502020204030204" pitchFamily="34" charset="0"/>
        <a:ea typeface="+mn-ea"/>
        <a:cs typeface="+mn-cs"/>
      </a:defRPr>
    </a:lvl6pPr>
    <a:lvl7pPr marL="2743200" algn="l" defTabSz="914400" rtl="0" eaLnBrk="1" latinLnBrk="0" hangingPunct="1">
      <a:defRPr sz="2000" kern="1200">
        <a:solidFill>
          <a:schemeClr val="tx1"/>
        </a:solidFill>
        <a:latin typeface="Calibri" panose="020F0502020204030204" pitchFamily="34" charset="0"/>
        <a:ea typeface="+mn-ea"/>
        <a:cs typeface="+mn-cs"/>
      </a:defRPr>
    </a:lvl7pPr>
    <a:lvl8pPr marL="3200400" algn="l" defTabSz="914400" rtl="0" eaLnBrk="1" latinLnBrk="0" hangingPunct="1">
      <a:defRPr sz="2000" kern="1200">
        <a:solidFill>
          <a:schemeClr val="tx1"/>
        </a:solidFill>
        <a:latin typeface="Calibri" panose="020F0502020204030204" pitchFamily="34" charset="0"/>
        <a:ea typeface="+mn-ea"/>
        <a:cs typeface="+mn-cs"/>
      </a:defRPr>
    </a:lvl8pPr>
    <a:lvl9pPr marL="3657600" algn="l" defTabSz="914400" rtl="0" eaLnBrk="1" latinLnBrk="0" hangingPunct="1">
      <a:defRPr sz="2000"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pos="1440">
          <p15:clr>
            <a:srgbClr val="A4A3A4"/>
          </p15:clr>
        </p15:guide>
        <p15:guide id="2" orient="horz" pos="1272">
          <p15:clr>
            <a:srgbClr val="A4A3A4"/>
          </p15:clr>
        </p15:guide>
        <p15:guide id="3" pos="504">
          <p15:clr>
            <a:srgbClr val="A4A3A4"/>
          </p15:clr>
        </p15:guide>
        <p15:guide id="4" orient="horz" pos="1944">
          <p15:clr>
            <a:srgbClr val="A4A3A4"/>
          </p15:clr>
        </p15:guide>
        <p15:guide id="5" orient="horz" pos="3912">
          <p15:clr>
            <a:srgbClr val="A4A3A4"/>
          </p15:clr>
        </p15:guide>
        <p15:guide id="6" orient="horz" pos="4237">
          <p15:clr>
            <a:srgbClr val="A4A3A4"/>
          </p15:clr>
        </p15:guide>
        <p15:guide id="7" pos="3407">
          <p15:clr>
            <a:srgbClr val="A4A3A4"/>
          </p15:clr>
        </p15:guide>
        <p15:guide id="8" pos="292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532F"/>
    <a:srgbClr val="B818A1"/>
    <a:srgbClr val="FF0000"/>
    <a:srgbClr val="F014D6"/>
    <a:srgbClr val="FFFF00"/>
    <a:srgbClr val="F4E0AA"/>
    <a:srgbClr val="B2C468"/>
    <a:srgbClr val="B1B3B3"/>
    <a:srgbClr val="254A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95" autoAdjust="0"/>
    <p:restoredTop sz="0" autoAdjust="0"/>
  </p:normalViewPr>
  <p:slideViewPr>
    <p:cSldViewPr snapToGrid="0" snapToObjects="1">
      <p:cViewPr varScale="1">
        <p:scale>
          <a:sx n="66" d="100"/>
          <a:sy n="66" d="100"/>
        </p:scale>
        <p:origin x="1598" y="278"/>
      </p:cViewPr>
      <p:guideLst>
        <p:guide pos="1440"/>
        <p:guide orient="horz" pos="1272"/>
        <p:guide pos="504"/>
        <p:guide orient="horz" pos="1944"/>
        <p:guide orient="horz" pos="3912"/>
        <p:guide orient="horz" pos="4237"/>
        <p:guide pos="3407"/>
        <p:guide pos="2929"/>
      </p:guideLst>
    </p:cSldViewPr>
  </p:slideViewPr>
  <p:notesTextViewPr>
    <p:cViewPr>
      <p:scale>
        <a:sx n="1" d="1"/>
        <a:sy n="1" d="1"/>
      </p:scale>
      <p:origin x="0" y="0"/>
    </p:cViewPr>
  </p:notesTextViewPr>
  <p:sorterViewPr>
    <p:cViewPr>
      <p:scale>
        <a:sx n="73" d="100"/>
        <a:sy n="73" d="100"/>
      </p:scale>
      <p:origin x="0" y="0"/>
    </p:cViewPr>
  </p:sorterViewPr>
  <p:notesViewPr>
    <p:cSldViewPr snapToGrid="0" snapToObjects="1">
      <p:cViewPr varScale="1">
        <p:scale>
          <a:sx n="83" d="100"/>
          <a:sy n="83" d="100"/>
        </p:scale>
        <p:origin x="298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6D19A6-0A8C-0D3A-DC63-02E6AA90AC64}"/>
              </a:ext>
            </a:extLst>
          </p:cNvPr>
          <p:cNvSpPr>
            <a:spLocks noGrp="1"/>
          </p:cNvSpPr>
          <p:nvPr>
            <p:ph type="hdr" sz="quarter"/>
          </p:nvPr>
        </p:nvSpPr>
        <p:spPr>
          <a:xfrm>
            <a:off x="0" y="0"/>
            <a:ext cx="3009900" cy="461963"/>
          </a:xfrm>
          <a:prstGeom prst="rect">
            <a:avLst/>
          </a:prstGeom>
        </p:spPr>
        <p:txBody>
          <a:bodyPr vert="horz" lIns="91440" tIns="45720" rIns="91440" bIns="45720" rtlCol="0"/>
          <a:lstStyle>
            <a:lvl1pPr algn="l" defTabSz="1018824"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782D5006-BAE7-4754-144B-6DF5EF6A6937}"/>
              </a:ext>
            </a:extLst>
          </p:cNvPr>
          <p:cNvSpPr>
            <a:spLocks noGrp="1"/>
          </p:cNvSpPr>
          <p:nvPr>
            <p:ph type="dt" sz="quarter" idx="1"/>
          </p:nvPr>
        </p:nvSpPr>
        <p:spPr>
          <a:xfrm>
            <a:off x="3935413" y="0"/>
            <a:ext cx="3009900" cy="461963"/>
          </a:xfrm>
          <a:prstGeom prst="rect">
            <a:avLst/>
          </a:prstGeom>
        </p:spPr>
        <p:txBody>
          <a:bodyPr vert="horz" lIns="91440" tIns="45720" rIns="91440" bIns="45720" rtlCol="0"/>
          <a:lstStyle>
            <a:lvl1pPr algn="r" defTabSz="1018824" eaLnBrk="1" fontAlgn="auto" hangingPunct="1">
              <a:spcBef>
                <a:spcPts val="0"/>
              </a:spcBef>
              <a:spcAft>
                <a:spcPts val="0"/>
              </a:spcAft>
              <a:defRPr sz="1200">
                <a:latin typeface="+mn-lt"/>
              </a:defRPr>
            </a:lvl1pPr>
          </a:lstStyle>
          <a:p>
            <a:pPr>
              <a:defRPr/>
            </a:pPr>
            <a:fld id="{C303CEEF-FA61-4EF0-A141-E478A4EFAD2A}" type="datetimeFigureOut">
              <a:rPr lang="en-US"/>
              <a:pPr>
                <a:defRPr/>
              </a:pPr>
              <a:t>12/24/2025</a:t>
            </a:fld>
            <a:endParaRPr lang="en-US"/>
          </a:p>
        </p:txBody>
      </p:sp>
      <p:sp>
        <p:nvSpPr>
          <p:cNvPr id="4" name="Footer Placeholder 3">
            <a:extLst>
              <a:ext uri="{FF2B5EF4-FFF2-40B4-BE49-F238E27FC236}">
                <a16:creationId xmlns:a16="http://schemas.microsoft.com/office/drawing/2014/main" id="{306B569E-502A-B557-38A1-5B99AF97103F}"/>
              </a:ext>
            </a:extLst>
          </p:cNvPr>
          <p:cNvSpPr>
            <a:spLocks noGrp="1"/>
          </p:cNvSpPr>
          <p:nvPr>
            <p:ph type="ftr" sz="quarter" idx="2"/>
          </p:nvPr>
        </p:nvSpPr>
        <p:spPr>
          <a:xfrm>
            <a:off x="0" y="8758238"/>
            <a:ext cx="3009900" cy="461962"/>
          </a:xfrm>
          <a:prstGeom prst="rect">
            <a:avLst/>
          </a:prstGeom>
        </p:spPr>
        <p:txBody>
          <a:bodyPr vert="horz" lIns="91440" tIns="45720" rIns="91440" bIns="45720" rtlCol="0" anchor="b"/>
          <a:lstStyle>
            <a:lvl1pPr algn="l" defTabSz="1018824" eaLnBrk="1" fontAlgn="auto" hangingPunct="1">
              <a:spcBef>
                <a:spcPts val="0"/>
              </a:spcBef>
              <a:spcAft>
                <a:spcPts val="0"/>
              </a:spcAft>
              <a:defRPr sz="1200">
                <a:latin typeface="+mn-lt"/>
              </a:defRPr>
            </a:lvl1pPr>
          </a:lstStyle>
          <a:p>
            <a:pPr>
              <a:defRPr/>
            </a:pPr>
            <a:endParaRPr lang="en-US"/>
          </a:p>
        </p:txBody>
      </p:sp>
      <p:sp>
        <p:nvSpPr>
          <p:cNvPr id="5" name="Slide Number Placeholder 4">
            <a:extLst>
              <a:ext uri="{FF2B5EF4-FFF2-40B4-BE49-F238E27FC236}">
                <a16:creationId xmlns:a16="http://schemas.microsoft.com/office/drawing/2014/main" id="{562CD143-07B7-C785-56EC-894F4289FABF}"/>
              </a:ext>
            </a:extLst>
          </p:cNvPr>
          <p:cNvSpPr>
            <a:spLocks noGrp="1"/>
          </p:cNvSpPr>
          <p:nvPr>
            <p:ph type="sldNum" sz="quarter" idx="3"/>
          </p:nvPr>
        </p:nvSpPr>
        <p:spPr>
          <a:xfrm>
            <a:off x="3935413" y="8758238"/>
            <a:ext cx="3009900" cy="461962"/>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3759FD92-BD97-4D98-863F-0251B296C3F3}"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EB59FC0-5539-AAF2-35D5-C1C15DC363ED}"/>
              </a:ext>
            </a:extLst>
          </p:cNvPr>
          <p:cNvSpPr>
            <a:spLocks noGrp="1"/>
          </p:cNvSpPr>
          <p:nvPr>
            <p:ph type="hdr" sz="quarter"/>
          </p:nvPr>
        </p:nvSpPr>
        <p:spPr>
          <a:xfrm>
            <a:off x="0" y="0"/>
            <a:ext cx="3009900" cy="461963"/>
          </a:xfrm>
          <a:prstGeom prst="rect">
            <a:avLst/>
          </a:prstGeom>
        </p:spPr>
        <p:txBody>
          <a:bodyPr vert="horz" lIns="92382" tIns="46191" rIns="92382" bIns="46191" rtlCol="0"/>
          <a:lstStyle>
            <a:lvl1pPr algn="l" defTabSz="1018824"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E935BC4D-955D-39FA-0608-DC139993D66B}"/>
              </a:ext>
            </a:extLst>
          </p:cNvPr>
          <p:cNvSpPr>
            <a:spLocks noGrp="1"/>
          </p:cNvSpPr>
          <p:nvPr>
            <p:ph type="dt" idx="1"/>
          </p:nvPr>
        </p:nvSpPr>
        <p:spPr>
          <a:xfrm>
            <a:off x="3935413" y="0"/>
            <a:ext cx="3009900" cy="461963"/>
          </a:xfrm>
          <a:prstGeom prst="rect">
            <a:avLst/>
          </a:prstGeom>
        </p:spPr>
        <p:txBody>
          <a:bodyPr vert="horz" lIns="92382" tIns="46191" rIns="92382" bIns="46191" rtlCol="0"/>
          <a:lstStyle>
            <a:lvl1pPr algn="r" defTabSz="1018824" eaLnBrk="1" fontAlgn="auto" hangingPunct="1">
              <a:spcBef>
                <a:spcPts val="0"/>
              </a:spcBef>
              <a:spcAft>
                <a:spcPts val="0"/>
              </a:spcAft>
              <a:defRPr sz="1200">
                <a:latin typeface="+mn-lt"/>
              </a:defRPr>
            </a:lvl1pPr>
          </a:lstStyle>
          <a:p>
            <a:pPr>
              <a:defRPr/>
            </a:pPr>
            <a:fld id="{5D457B64-E67A-452F-A5C3-778B7BBE7B5A}" type="datetimeFigureOut">
              <a:rPr lang="en-US"/>
              <a:pPr>
                <a:defRPr/>
              </a:pPr>
              <a:t>12/24/2025</a:t>
            </a:fld>
            <a:endParaRPr lang="en-US"/>
          </a:p>
        </p:txBody>
      </p:sp>
      <p:sp>
        <p:nvSpPr>
          <p:cNvPr id="4" name="Slide Image Placeholder 3">
            <a:extLst>
              <a:ext uri="{FF2B5EF4-FFF2-40B4-BE49-F238E27FC236}">
                <a16:creationId xmlns:a16="http://schemas.microsoft.com/office/drawing/2014/main" id="{FB73F6F6-FB82-DA06-D6D4-D8C7D592D78A}"/>
              </a:ext>
            </a:extLst>
          </p:cNvPr>
          <p:cNvSpPr>
            <a:spLocks noGrp="1" noRot="1" noChangeAspect="1"/>
          </p:cNvSpPr>
          <p:nvPr>
            <p:ph type="sldImg" idx="2"/>
          </p:nvPr>
        </p:nvSpPr>
        <p:spPr>
          <a:xfrm>
            <a:off x="1460500" y="1152525"/>
            <a:ext cx="4025900" cy="3111500"/>
          </a:xfrm>
          <a:prstGeom prst="rect">
            <a:avLst/>
          </a:prstGeom>
          <a:noFill/>
          <a:ln w="12700">
            <a:solidFill>
              <a:prstClr val="black"/>
            </a:solidFill>
          </a:ln>
        </p:spPr>
        <p:txBody>
          <a:bodyPr vert="horz" lIns="92382" tIns="46191" rIns="92382" bIns="46191" rtlCol="0" anchor="ctr"/>
          <a:lstStyle/>
          <a:p>
            <a:pPr lvl="0"/>
            <a:endParaRPr lang="en-US" noProof="0"/>
          </a:p>
        </p:txBody>
      </p:sp>
      <p:sp>
        <p:nvSpPr>
          <p:cNvPr id="5" name="Notes Placeholder 4">
            <a:extLst>
              <a:ext uri="{FF2B5EF4-FFF2-40B4-BE49-F238E27FC236}">
                <a16:creationId xmlns:a16="http://schemas.microsoft.com/office/drawing/2014/main" id="{E274A586-18A8-C249-C2C5-3019397BDFC2}"/>
              </a:ext>
            </a:extLst>
          </p:cNvPr>
          <p:cNvSpPr>
            <a:spLocks noGrp="1"/>
          </p:cNvSpPr>
          <p:nvPr>
            <p:ph type="body" sz="quarter" idx="3"/>
          </p:nvPr>
        </p:nvSpPr>
        <p:spPr>
          <a:xfrm>
            <a:off x="695325" y="4437063"/>
            <a:ext cx="5556250" cy="3630612"/>
          </a:xfrm>
          <a:prstGeom prst="rect">
            <a:avLst/>
          </a:prstGeom>
        </p:spPr>
        <p:txBody>
          <a:bodyPr vert="horz" lIns="92382" tIns="46191" rIns="92382" bIns="46191"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1AB49353-075B-2D2A-C9C8-46964B021103}"/>
              </a:ext>
            </a:extLst>
          </p:cNvPr>
          <p:cNvSpPr>
            <a:spLocks noGrp="1"/>
          </p:cNvSpPr>
          <p:nvPr>
            <p:ph type="ftr" sz="quarter" idx="4"/>
          </p:nvPr>
        </p:nvSpPr>
        <p:spPr>
          <a:xfrm>
            <a:off x="0" y="8758238"/>
            <a:ext cx="3009900" cy="461962"/>
          </a:xfrm>
          <a:prstGeom prst="rect">
            <a:avLst/>
          </a:prstGeom>
        </p:spPr>
        <p:txBody>
          <a:bodyPr vert="horz" lIns="92382" tIns="46191" rIns="92382" bIns="46191" rtlCol="0" anchor="b"/>
          <a:lstStyle>
            <a:lvl1pPr algn="l" defTabSz="1018824"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EE6AB7DD-F29D-080A-D556-15440C639230}"/>
              </a:ext>
            </a:extLst>
          </p:cNvPr>
          <p:cNvSpPr>
            <a:spLocks noGrp="1"/>
          </p:cNvSpPr>
          <p:nvPr>
            <p:ph type="sldNum" sz="quarter" idx="5"/>
          </p:nvPr>
        </p:nvSpPr>
        <p:spPr>
          <a:xfrm>
            <a:off x="3935413" y="8758238"/>
            <a:ext cx="3009900" cy="461962"/>
          </a:xfrm>
          <a:prstGeom prst="rect">
            <a:avLst/>
          </a:prstGeom>
        </p:spPr>
        <p:txBody>
          <a:bodyPr vert="horz" wrap="square" lIns="92382" tIns="46191" rIns="92382" bIns="46191" numCol="1" anchor="b" anchorCtr="0" compatLnSpc="1">
            <a:prstTxWarp prst="textNoShape">
              <a:avLst/>
            </a:prstTxWarp>
          </a:bodyPr>
          <a:lstStyle>
            <a:lvl1pPr algn="r" eaLnBrk="1" hangingPunct="1">
              <a:defRPr sz="1200" smtClean="0"/>
            </a:lvl1pPr>
          </a:lstStyle>
          <a:p>
            <a:pPr>
              <a:defRPr/>
            </a:pPr>
            <a:fld id="{4DC5EBE1-9F7C-4949-AE26-FAA2E3D373D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1017588" rtl="0" eaLnBrk="0" fontAlgn="base" hangingPunct="0">
      <a:spcBef>
        <a:spcPct val="30000"/>
      </a:spcBef>
      <a:spcAft>
        <a:spcPct val="0"/>
      </a:spcAft>
      <a:defRPr sz="1300" kern="1200">
        <a:solidFill>
          <a:schemeClr val="tx1"/>
        </a:solidFill>
        <a:latin typeface="+mn-lt"/>
        <a:ea typeface="+mn-ea"/>
        <a:cs typeface="+mn-cs"/>
      </a:defRPr>
    </a:lvl1pPr>
    <a:lvl2pPr marL="508000" algn="l" defTabSz="1017588" rtl="0" eaLnBrk="0" fontAlgn="base" hangingPunct="0">
      <a:spcBef>
        <a:spcPct val="30000"/>
      </a:spcBef>
      <a:spcAft>
        <a:spcPct val="0"/>
      </a:spcAft>
      <a:defRPr sz="1300" kern="1200">
        <a:solidFill>
          <a:schemeClr val="tx1"/>
        </a:solidFill>
        <a:latin typeface="+mn-lt"/>
        <a:ea typeface="+mn-ea"/>
        <a:cs typeface="+mn-cs"/>
      </a:defRPr>
    </a:lvl2pPr>
    <a:lvl3pPr marL="1017588" algn="l" defTabSz="1017588" rtl="0" eaLnBrk="0" fontAlgn="base" hangingPunct="0">
      <a:spcBef>
        <a:spcPct val="30000"/>
      </a:spcBef>
      <a:spcAft>
        <a:spcPct val="0"/>
      </a:spcAft>
      <a:defRPr sz="1300" kern="1200">
        <a:solidFill>
          <a:schemeClr val="tx1"/>
        </a:solidFill>
        <a:latin typeface="+mn-lt"/>
        <a:ea typeface="+mn-ea"/>
        <a:cs typeface="+mn-cs"/>
      </a:defRPr>
    </a:lvl3pPr>
    <a:lvl4pPr marL="1527175" algn="l" defTabSz="1017588" rtl="0" eaLnBrk="0" fontAlgn="base" hangingPunct="0">
      <a:spcBef>
        <a:spcPct val="30000"/>
      </a:spcBef>
      <a:spcAft>
        <a:spcPct val="0"/>
      </a:spcAft>
      <a:defRPr sz="1300" kern="1200">
        <a:solidFill>
          <a:schemeClr val="tx1"/>
        </a:solidFill>
        <a:latin typeface="+mn-lt"/>
        <a:ea typeface="+mn-ea"/>
        <a:cs typeface="+mn-cs"/>
      </a:defRPr>
    </a:lvl4pPr>
    <a:lvl5pPr marL="2036763" algn="l" defTabSz="1017588" rtl="0" eaLnBrk="0" fontAlgn="base" hangingPunct="0">
      <a:spcBef>
        <a:spcPct val="30000"/>
      </a:spcBef>
      <a:spcAft>
        <a:spcPct val="0"/>
      </a:spcAft>
      <a:defRPr sz="1300" kern="1200">
        <a:solidFill>
          <a:schemeClr val="tx1"/>
        </a:solidFill>
        <a:latin typeface="+mn-lt"/>
        <a:ea typeface="+mn-ea"/>
        <a:cs typeface="+mn-cs"/>
      </a:defRPr>
    </a:lvl5pPr>
    <a:lvl6pPr marL="2547061" algn="l" defTabSz="1018824" rtl="0" eaLnBrk="1" latinLnBrk="0" hangingPunct="1">
      <a:defRPr sz="1337" kern="1200">
        <a:solidFill>
          <a:schemeClr val="tx1"/>
        </a:solidFill>
        <a:latin typeface="+mn-lt"/>
        <a:ea typeface="+mn-ea"/>
        <a:cs typeface="+mn-cs"/>
      </a:defRPr>
    </a:lvl6pPr>
    <a:lvl7pPr marL="3056473" algn="l" defTabSz="1018824" rtl="0" eaLnBrk="1" latinLnBrk="0" hangingPunct="1">
      <a:defRPr sz="1337" kern="1200">
        <a:solidFill>
          <a:schemeClr val="tx1"/>
        </a:solidFill>
        <a:latin typeface="+mn-lt"/>
        <a:ea typeface="+mn-ea"/>
        <a:cs typeface="+mn-cs"/>
      </a:defRPr>
    </a:lvl7pPr>
    <a:lvl8pPr marL="3565886" algn="l" defTabSz="1018824" rtl="0" eaLnBrk="1" latinLnBrk="0" hangingPunct="1">
      <a:defRPr sz="1337" kern="1200">
        <a:solidFill>
          <a:schemeClr val="tx1"/>
        </a:solidFill>
        <a:latin typeface="+mn-lt"/>
        <a:ea typeface="+mn-ea"/>
        <a:cs typeface="+mn-cs"/>
      </a:defRPr>
    </a:lvl8pPr>
    <a:lvl9pPr marL="4075298" algn="l" defTabSz="1018824" rtl="0" eaLnBrk="1" latinLnBrk="0" hangingPunct="1">
      <a:defRPr sz="133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3967DBC5-6060-A138-0CBA-7B9E368FF8EE}"/>
              </a:ext>
            </a:extLst>
          </p:cNvPr>
          <p:cNvSpPr>
            <a:spLocks noGrp="1" noRot="1" noChangeAspect="1" noTextEdit="1"/>
          </p:cNvSpPr>
          <p:nvPr>
            <p:ph type="sldImg"/>
          </p:nvPr>
        </p:nvSpPr>
        <p:spPr bwMode="auto">
          <a:xfrm>
            <a:off x="1473200" y="1144588"/>
            <a:ext cx="4000500" cy="30908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66B95F12-C3FF-3366-242D-1B161E2CAEEB}"/>
              </a:ext>
            </a:extLst>
          </p:cNvPr>
          <p:cNvSpPr>
            <a:spLocks noGrp="1"/>
          </p:cNvSpPr>
          <p:nvPr>
            <p:ph type="body" idx="1"/>
          </p:nvPr>
        </p:nvSpPr>
        <p:spPr bwMode="auto"/>
        <p:txBody>
          <a:bodyPr wrap="square" numCol="1" anchor="t" anchorCtr="0" compatLnSpc="1">
            <a:prstTxWarp prst="textNoShape">
              <a:avLst/>
            </a:prstTxWarp>
          </a:bodyPr>
          <a:lstStyle/>
          <a:p>
            <a:pPr defTabSz="1018824" eaLnBrk="1" fontAlgn="auto" hangingPunct="1">
              <a:spcBef>
                <a:spcPct val="0"/>
              </a:spcBef>
              <a:spcAft>
                <a:spcPts val="0"/>
              </a:spcAft>
              <a:defRPr/>
            </a:pPr>
            <a:endParaRPr lang="en-US" sz="1337" dirty="0">
              <a:latin typeface="Arial"/>
              <a:cs typeface="Arial"/>
            </a:endParaRPr>
          </a:p>
        </p:txBody>
      </p:sp>
      <p:sp>
        <p:nvSpPr>
          <p:cNvPr id="43012" name="Slide Number Placeholder 3">
            <a:extLst>
              <a:ext uri="{FF2B5EF4-FFF2-40B4-BE49-F238E27FC236}">
                <a16:creationId xmlns:a16="http://schemas.microsoft.com/office/drawing/2014/main" id="{0208374E-3BB9-A1EE-C46C-43252A2DBD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31838" indent="-280988">
              <a:defRPr sz="2000">
                <a:solidFill>
                  <a:schemeClr val="tx1"/>
                </a:solidFill>
                <a:latin typeface="Calibri" panose="020F0502020204030204" pitchFamily="34" charset="0"/>
              </a:defRPr>
            </a:lvl2pPr>
            <a:lvl3pPr marL="1127125" indent="-225425">
              <a:defRPr sz="2000">
                <a:solidFill>
                  <a:schemeClr val="tx1"/>
                </a:solidFill>
                <a:latin typeface="Calibri" panose="020F0502020204030204" pitchFamily="34" charset="0"/>
              </a:defRPr>
            </a:lvl3pPr>
            <a:lvl4pPr marL="1577975" indent="-225425">
              <a:defRPr sz="2000">
                <a:solidFill>
                  <a:schemeClr val="tx1"/>
                </a:solidFill>
                <a:latin typeface="Calibri" panose="020F0502020204030204" pitchFamily="34" charset="0"/>
              </a:defRPr>
            </a:lvl4pPr>
            <a:lvl5pPr marL="2030413" indent="-225425">
              <a:defRPr sz="2000">
                <a:solidFill>
                  <a:schemeClr val="tx1"/>
                </a:solidFill>
                <a:latin typeface="Calibri" panose="020F0502020204030204" pitchFamily="34" charset="0"/>
              </a:defRPr>
            </a:lvl5pPr>
            <a:lvl6pPr marL="2487613" indent="-225425" defTabSz="1017588" eaLnBrk="0" fontAlgn="base" hangingPunct="0">
              <a:spcBef>
                <a:spcPct val="0"/>
              </a:spcBef>
              <a:spcAft>
                <a:spcPct val="0"/>
              </a:spcAft>
              <a:defRPr sz="2000">
                <a:solidFill>
                  <a:schemeClr val="tx1"/>
                </a:solidFill>
                <a:latin typeface="Calibri" panose="020F0502020204030204" pitchFamily="34" charset="0"/>
              </a:defRPr>
            </a:lvl6pPr>
            <a:lvl7pPr marL="2944813" indent="-225425" defTabSz="1017588" eaLnBrk="0" fontAlgn="base" hangingPunct="0">
              <a:spcBef>
                <a:spcPct val="0"/>
              </a:spcBef>
              <a:spcAft>
                <a:spcPct val="0"/>
              </a:spcAft>
              <a:defRPr sz="2000">
                <a:solidFill>
                  <a:schemeClr val="tx1"/>
                </a:solidFill>
                <a:latin typeface="Calibri" panose="020F0502020204030204" pitchFamily="34" charset="0"/>
              </a:defRPr>
            </a:lvl7pPr>
            <a:lvl8pPr marL="3402013" indent="-225425" defTabSz="1017588" eaLnBrk="0" fontAlgn="base" hangingPunct="0">
              <a:spcBef>
                <a:spcPct val="0"/>
              </a:spcBef>
              <a:spcAft>
                <a:spcPct val="0"/>
              </a:spcAft>
              <a:defRPr sz="2000">
                <a:solidFill>
                  <a:schemeClr val="tx1"/>
                </a:solidFill>
                <a:latin typeface="Calibri" panose="020F0502020204030204" pitchFamily="34" charset="0"/>
              </a:defRPr>
            </a:lvl8pPr>
            <a:lvl9pPr marL="3859213" indent="-225425" defTabSz="1017588" eaLnBrk="0" fontAlgn="base" hangingPunct="0">
              <a:spcBef>
                <a:spcPct val="0"/>
              </a:spcBef>
              <a:spcAft>
                <a:spcPct val="0"/>
              </a:spcAft>
              <a:defRPr sz="2000">
                <a:solidFill>
                  <a:schemeClr val="tx1"/>
                </a:solidFill>
                <a:latin typeface="Calibri" panose="020F0502020204030204" pitchFamily="34" charset="0"/>
              </a:defRPr>
            </a:lvl9pPr>
          </a:lstStyle>
          <a:p>
            <a:fld id="{5C0E6D7D-EBAE-4D8C-A1B0-1E1242200C57}" type="slidenum">
              <a:rPr lang="en-US" altLang="en-US" sz="1200">
                <a:ea typeface="MS PGothic" panose="020B0600070205080204" pitchFamily="34" charset="-128"/>
                <a:cs typeface="Arial" panose="020B0604020202020204" pitchFamily="34" charset="0"/>
              </a:rPr>
              <a:pPr/>
              <a:t>1</a:t>
            </a:fld>
            <a:endParaRPr lang="en-US" altLang="en-US" sz="1200">
              <a:ea typeface="MS PGothic" panose="020B0600070205080204" pitchFamily="34" charset="-128"/>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F637F408-44DF-EBE5-CAF3-73D2CB40DBD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id="{C348A3F1-AB87-DCD7-4503-B0E77EA72BC3}"/>
              </a:ext>
            </a:extLst>
          </p:cNvPr>
          <p:cNvSpPr>
            <a:spLocks noGrp="1"/>
          </p:cNvSpPr>
          <p:nvPr>
            <p:ph type="body" idx="1"/>
          </p:nvPr>
        </p:nvSpPr>
        <p:spPr bwMode="auto"/>
        <p:txBody>
          <a:bodyPr wrap="square" numCol="1" anchor="t" anchorCtr="0" compatLnSpc="1">
            <a:prstTxWarp prst="textNoShape">
              <a:avLst/>
            </a:prstTxWarp>
          </a:bodyPr>
          <a:lstStyle/>
          <a:p>
            <a:pPr defTabSz="1018824" eaLnBrk="1" fontAlgn="auto" hangingPunct="1">
              <a:spcBef>
                <a:spcPts val="0"/>
              </a:spcBef>
              <a:spcAft>
                <a:spcPts val="0"/>
              </a:spcAft>
              <a:defRPr/>
            </a:pPr>
            <a:endParaRPr lang="en-US" altLang="en-US" sz="1337"/>
          </a:p>
        </p:txBody>
      </p:sp>
      <p:sp>
        <p:nvSpPr>
          <p:cNvPr id="45060" name="Slide Number Placeholder 3">
            <a:extLst>
              <a:ext uri="{FF2B5EF4-FFF2-40B4-BE49-F238E27FC236}">
                <a16:creationId xmlns:a16="http://schemas.microsoft.com/office/drawing/2014/main" id="{F6D0FB17-664A-A0D8-9689-73F72431AC9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defTabSz="1017588" eaLnBrk="0" fontAlgn="base" hangingPunct="0">
              <a:spcBef>
                <a:spcPct val="0"/>
              </a:spcBef>
              <a:spcAft>
                <a:spcPct val="0"/>
              </a:spcAft>
              <a:defRPr sz="2000">
                <a:solidFill>
                  <a:schemeClr val="tx1"/>
                </a:solidFill>
                <a:latin typeface="Calibri" panose="020F0502020204030204" pitchFamily="34" charset="0"/>
              </a:defRPr>
            </a:lvl6pPr>
            <a:lvl7pPr marL="2971800" indent="-228600" defTabSz="1017588" eaLnBrk="0" fontAlgn="base" hangingPunct="0">
              <a:spcBef>
                <a:spcPct val="0"/>
              </a:spcBef>
              <a:spcAft>
                <a:spcPct val="0"/>
              </a:spcAft>
              <a:defRPr sz="2000">
                <a:solidFill>
                  <a:schemeClr val="tx1"/>
                </a:solidFill>
                <a:latin typeface="Calibri" panose="020F0502020204030204" pitchFamily="34" charset="0"/>
              </a:defRPr>
            </a:lvl7pPr>
            <a:lvl8pPr marL="3429000" indent="-228600" defTabSz="1017588" eaLnBrk="0" fontAlgn="base" hangingPunct="0">
              <a:spcBef>
                <a:spcPct val="0"/>
              </a:spcBef>
              <a:spcAft>
                <a:spcPct val="0"/>
              </a:spcAft>
              <a:defRPr sz="2000">
                <a:solidFill>
                  <a:schemeClr val="tx1"/>
                </a:solidFill>
                <a:latin typeface="Calibri" panose="020F0502020204030204" pitchFamily="34" charset="0"/>
              </a:defRPr>
            </a:lvl8pPr>
            <a:lvl9pPr marL="3886200" indent="-228600" defTabSz="1017588" eaLnBrk="0" fontAlgn="base" hangingPunct="0">
              <a:spcBef>
                <a:spcPct val="0"/>
              </a:spcBef>
              <a:spcAft>
                <a:spcPct val="0"/>
              </a:spcAft>
              <a:defRPr sz="2000">
                <a:solidFill>
                  <a:schemeClr val="tx1"/>
                </a:solidFill>
                <a:latin typeface="Calibri" panose="020F0502020204030204" pitchFamily="34" charset="0"/>
              </a:defRPr>
            </a:lvl9pPr>
          </a:lstStyle>
          <a:p>
            <a:fld id="{53AFCCBE-4007-414F-B63C-73B19FA5A71A}" type="slidenum">
              <a:rPr lang="en-US" altLang="en-US" sz="1200">
                <a:ea typeface="MS PGothic" panose="020B0600070205080204" pitchFamily="34" charset="-128"/>
              </a:rPr>
              <a:pPr/>
              <a:t>2</a:t>
            </a:fld>
            <a:endParaRPr lang="en-US" altLang="en-US" sz="1200">
              <a:ea typeface="MS PGothic"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CF4AFC26-0236-E4EF-CA4E-D34660D106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a:extLst>
              <a:ext uri="{FF2B5EF4-FFF2-40B4-BE49-F238E27FC236}">
                <a16:creationId xmlns:a16="http://schemas.microsoft.com/office/drawing/2014/main" id="{202D55ED-8621-0BDD-DC87-203912C527FC}"/>
              </a:ext>
            </a:extLst>
          </p:cNvPr>
          <p:cNvSpPr>
            <a:spLocks noGrp="1"/>
          </p:cNvSpPr>
          <p:nvPr>
            <p:ph type="body" idx="1"/>
          </p:nvPr>
        </p:nvSpPr>
        <p:spPr bwMode="auto"/>
        <p:txBody>
          <a:bodyPr wrap="square" numCol="1" anchor="t" anchorCtr="0" compatLnSpc="1">
            <a:prstTxWarp prst="textNoShape">
              <a:avLst/>
            </a:prstTxWarp>
          </a:bodyPr>
          <a:lstStyle/>
          <a:p>
            <a:pPr defTabSz="1018824" eaLnBrk="1" fontAlgn="auto" hangingPunct="1">
              <a:spcBef>
                <a:spcPts val="0"/>
              </a:spcBef>
              <a:spcAft>
                <a:spcPts val="0"/>
              </a:spcAft>
              <a:defRPr/>
            </a:pPr>
            <a:endParaRPr lang="en-US" altLang="en-US" sz="1337"/>
          </a:p>
        </p:txBody>
      </p:sp>
      <p:sp>
        <p:nvSpPr>
          <p:cNvPr id="47108" name="Slide Number Placeholder 3">
            <a:extLst>
              <a:ext uri="{FF2B5EF4-FFF2-40B4-BE49-F238E27FC236}">
                <a16:creationId xmlns:a16="http://schemas.microsoft.com/office/drawing/2014/main" id="{7E839C0B-A2EE-C6AD-58B6-33CD15163DC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defTabSz="1017588" eaLnBrk="0" fontAlgn="base" hangingPunct="0">
              <a:spcBef>
                <a:spcPct val="0"/>
              </a:spcBef>
              <a:spcAft>
                <a:spcPct val="0"/>
              </a:spcAft>
              <a:defRPr sz="2000">
                <a:solidFill>
                  <a:schemeClr val="tx1"/>
                </a:solidFill>
                <a:latin typeface="Calibri" panose="020F0502020204030204" pitchFamily="34" charset="0"/>
              </a:defRPr>
            </a:lvl6pPr>
            <a:lvl7pPr marL="2971800" indent="-228600" defTabSz="1017588" eaLnBrk="0" fontAlgn="base" hangingPunct="0">
              <a:spcBef>
                <a:spcPct val="0"/>
              </a:spcBef>
              <a:spcAft>
                <a:spcPct val="0"/>
              </a:spcAft>
              <a:defRPr sz="2000">
                <a:solidFill>
                  <a:schemeClr val="tx1"/>
                </a:solidFill>
                <a:latin typeface="Calibri" panose="020F0502020204030204" pitchFamily="34" charset="0"/>
              </a:defRPr>
            </a:lvl7pPr>
            <a:lvl8pPr marL="3429000" indent="-228600" defTabSz="1017588" eaLnBrk="0" fontAlgn="base" hangingPunct="0">
              <a:spcBef>
                <a:spcPct val="0"/>
              </a:spcBef>
              <a:spcAft>
                <a:spcPct val="0"/>
              </a:spcAft>
              <a:defRPr sz="2000">
                <a:solidFill>
                  <a:schemeClr val="tx1"/>
                </a:solidFill>
                <a:latin typeface="Calibri" panose="020F0502020204030204" pitchFamily="34" charset="0"/>
              </a:defRPr>
            </a:lvl8pPr>
            <a:lvl9pPr marL="3886200" indent="-228600" defTabSz="1017588" eaLnBrk="0" fontAlgn="base" hangingPunct="0">
              <a:spcBef>
                <a:spcPct val="0"/>
              </a:spcBef>
              <a:spcAft>
                <a:spcPct val="0"/>
              </a:spcAft>
              <a:defRPr sz="2000">
                <a:solidFill>
                  <a:schemeClr val="tx1"/>
                </a:solidFill>
                <a:latin typeface="Calibri" panose="020F0502020204030204" pitchFamily="34" charset="0"/>
              </a:defRPr>
            </a:lvl9pPr>
          </a:lstStyle>
          <a:p>
            <a:fld id="{A5A0B692-F987-40F5-BBDE-CD1DDBBFAD0E}" type="slidenum">
              <a:rPr lang="en-US" altLang="en-US" sz="1200">
                <a:ea typeface="MS PGothic" panose="020B0600070205080204" pitchFamily="34" charset="-128"/>
              </a:rPr>
              <a:pPr/>
              <a:t>3</a:t>
            </a:fld>
            <a:endParaRPr lang="en-US" altLang="en-US" sz="1200">
              <a:ea typeface="MS PGothic"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B510FEF5-2935-536B-9A92-82779FB8AF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C7B55E32-3FA0-B623-49CA-E6712D3D1FDB}"/>
              </a:ext>
            </a:extLst>
          </p:cNvPr>
          <p:cNvSpPr>
            <a:spLocks noGrp="1"/>
          </p:cNvSpPr>
          <p:nvPr>
            <p:ph type="body" idx="1"/>
          </p:nvPr>
        </p:nvSpPr>
        <p:spPr bwMode="auto"/>
        <p:txBody>
          <a:bodyPr wrap="square" numCol="1" anchor="t" anchorCtr="0" compatLnSpc="1">
            <a:prstTxWarp prst="textNoShape">
              <a:avLst/>
            </a:prstTxWarp>
          </a:bodyPr>
          <a:lstStyle/>
          <a:p>
            <a:pPr defTabSz="1018824" eaLnBrk="1" fontAlgn="auto" hangingPunct="1">
              <a:spcBef>
                <a:spcPts val="0"/>
              </a:spcBef>
              <a:spcAft>
                <a:spcPts val="0"/>
              </a:spcAft>
              <a:defRPr/>
            </a:pPr>
            <a:endParaRPr lang="en-US" altLang="en-US" sz="1337"/>
          </a:p>
        </p:txBody>
      </p:sp>
      <p:sp>
        <p:nvSpPr>
          <p:cNvPr id="49156" name="Slide Number Placeholder 3">
            <a:extLst>
              <a:ext uri="{FF2B5EF4-FFF2-40B4-BE49-F238E27FC236}">
                <a16:creationId xmlns:a16="http://schemas.microsoft.com/office/drawing/2014/main" id="{2170EA2B-835D-D4C6-6311-340253918C6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defTabSz="1017588" eaLnBrk="0" fontAlgn="base" hangingPunct="0">
              <a:spcBef>
                <a:spcPct val="0"/>
              </a:spcBef>
              <a:spcAft>
                <a:spcPct val="0"/>
              </a:spcAft>
              <a:defRPr sz="2000">
                <a:solidFill>
                  <a:schemeClr val="tx1"/>
                </a:solidFill>
                <a:latin typeface="Calibri" panose="020F0502020204030204" pitchFamily="34" charset="0"/>
              </a:defRPr>
            </a:lvl6pPr>
            <a:lvl7pPr marL="2971800" indent="-228600" defTabSz="1017588" eaLnBrk="0" fontAlgn="base" hangingPunct="0">
              <a:spcBef>
                <a:spcPct val="0"/>
              </a:spcBef>
              <a:spcAft>
                <a:spcPct val="0"/>
              </a:spcAft>
              <a:defRPr sz="2000">
                <a:solidFill>
                  <a:schemeClr val="tx1"/>
                </a:solidFill>
                <a:latin typeface="Calibri" panose="020F0502020204030204" pitchFamily="34" charset="0"/>
              </a:defRPr>
            </a:lvl7pPr>
            <a:lvl8pPr marL="3429000" indent="-228600" defTabSz="1017588" eaLnBrk="0" fontAlgn="base" hangingPunct="0">
              <a:spcBef>
                <a:spcPct val="0"/>
              </a:spcBef>
              <a:spcAft>
                <a:spcPct val="0"/>
              </a:spcAft>
              <a:defRPr sz="2000">
                <a:solidFill>
                  <a:schemeClr val="tx1"/>
                </a:solidFill>
                <a:latin typeface="Calibri" panose="020F0502020204030204" pitchFamily="34" charset="0"/>
              </a:defRPr>
            </a:lvl8pPr>
            <a:lvl9pPr marL="3886200" indent="-228600" defTabSz="1017588" eaLnBrk="0" fontAlgn="base" hangingPunct="0">
              <a:spcBef>
                <a:spcPct val="0"/>
              </a:spcBef>
              <a:spcAft>
                <a:spcPct val="0"/>
              </a:spcAft>
              <a:defRPr sz="2000">
                <a:solidFill>
                  <a:schemeClr val="tx1"/>
                </a:solidFill>
                <a:latin typeface="Calibri" panose="020F0502020204030204" pitchFamily="34" charset="0"/>
              </a:defRPr>
            </a:lvl9pPr>
          </a:lstStyle>
          <a:p>
            <a:fld id="{B209B189-351C-4740-A09A-A106673E413F}" type="slidenum">
              <a:rPr lang="en-US" altLang="en-US" sz="1200">
                <a:ea typeface="MS PGothic" panose="020B0600070205080204" pitchFamily="34" charset="-128"/>
              </a:rPr>
              <a:pPr/>
              <a:t>4</a:t>
            </a:fld>
            <a:endParaRPr lang="en-US" altLang="en-US" sz="1200">
              <a:ea typeface="MS PGothic"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93572443-65D9-2468-3C16-79152017A3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CDA44E3E-EAB6-C05A-22AA-6A284230A7F2}"/>
              </a:ext>
            </a:extLst>
          </p:cNvPr>
          <p:cNvSpPr>
            <a:spLocks noGrp="1"/>
          </p:cNvSpPr>
          <p:nvPr>
            <p:ph type="body" idx="1"/>
          </p:nvPr>
        </p:nvSpPr>
        <p:spPr/>
        <p:txBody>
          <a:bodyPr/>
          <a:lstStyle/>
          <a:p>
            <a:pPr defTabSz="1018824" eaLnBrk="1" fontAlgn="auto" hangingPunct="1">
              <a:spcBef>
                <a:spcPts val="0"/>
              </a:spcBef>
              <a:spcAft>
                <a:spcPts val="0"/>
              </a:spcAft>
              <a:defRPr/>
            </a:pPr>
            <a:endParaRPr lang="en-US" sz="1337"/>
          </a:p>
        </p:txBody>
      </p:sp>
      <p:sp>
        <p:nvSpPr>
          <p:cNvPr id="51204" name="Slide Number Placeholder 3">
            <a:extLst>
              <a:ext uri="{FF2B5EF4-FFF2-40B4-BE49-F238E27FC236}">
                <a16:creationId xmlns:a16="http://schemas.microsoft.com/office/drawing/2014/main" id="{F5A3EC50-2494-31D9-7F84-7270B9536E8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defTabSz="1017588" eaLnBrk="0" fontAlgn="base" hangingPunct="0">
              <a:spcBef>
                <a:spcPct val="0"/>
              </a:spcBef>
              <a:spcAft>
                <a:spcPct val="0"/>
              </a:spcAft>
              <a:defRPr sz="2000">
                <a:solidFill>
                  <a:schemeClr val="tx1"/>
                </a:solidFill>
                <a:latin typeface="Calibri" panose="020F0502020204030204" pitchFamily="34" charset="0"/>
              </a:defRPr>
            </a:lvl6pPr>
            <a:lvl7pPr marL="2971800" indent="-228600" defTabSz="1017588" eaLnBrk="0" fontAlgn="base" hangingPunct="0">
              <a:spcBef>
                <a:spcPct val="0"/>
              </a:spcBef>
              <a:spcAft>
                <a:spcPct val="0"/>
              </a:spcAft>
              <a:defRPr sz="2000">
                <a:solidFill>
                  <a:schemeClr val="tx1"/>
                </a:solidFill>
                <a:latin typeface="Calibri" panose="020F0502020204030204" pitchFamily="34" charset="0"/>
              </a:defRPr>
            </a:lvl7pPr>
            <a:lvl8pPr marL="3429000" indent="-228600" defTabSz="1017588" eaLnBrk="0" fontAlgn="base" hangingPunct="0">
              <a:spcBef>
                <a:spcPct val="0"/>
              </a:spcBef>
              <a:spcAft>
                <a:spcPct val="0"/>
              </a:spcAft>
              <a:defRPr sz="2000">
                <a:solidFill>
                  <a:schemeClr val="tx1"/>
                </a:solidFill>
                <a:latin typeface="Calibri" panose="020F0502020204030204" pitchFamily="34" charset="0"/>
              </a:defRPr>
            </a:lvl8pPr>
            <a:lvl9pPr marL="3886200" indent="-228600" defTabSz="1017588" eaLnBrk="0" fontAlgn="base" hangingPunct="0">
              <a:spcBef>
                <a:spcPct val="0"/>
              </a:spcBef>
              <a:spcAft>
                <a:spcPct val="0"/>
              </a:spcAft>
              <a:defRPr sz="2000">
                <a:solidFill>
                  <a:schemeClr val="tx1"/>
                </a:solidFill>
                <a:latin typeface="Calibri" panose="020F0502020204030204" pitchFamily="34" charset="0"/>
              </a:defRPr>
            </a:lvl9pPr>
          </a:lstStyle>
          <a:p>
            <a:fld id="{EEA71774-211E-42FA-AF2E-7B62707AA2FA}" type="slidenum">
              <a:rPr lang="en-US" altLang="en-US" sz="1200"/>
              <a:pPr/>
              <a:t>5</a:t>
            </a:fld>
            <a:endParaRPr lang="en-US"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B6D0DE49-F382-7552-A52B-D4FF25F62D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6E417279-85EE-8F84-69F2-3398988CBE06}"/>
              </a:ext>
            </a:extLst>
          </p:cNvPr>
          <p:cNvSpPr>
            <a:spLocks noGrp="1"/>
          </p:cNvSpPr>
          <p:nvPr>
            <p:ph type="body" idx="1"/>
          </p:nvPr>
        </p:nvSpPr>
        <p:spPr bwMode="auto"/>
        <p:txBody>
          <a:bodyPr wrap="square" numCol="1" anchor="t" anchorCtr="0" compatLnSpc="1">
            <a:prstTxWarp prst="textNoShape">
              <a:avLst/>
            </a:prstTxWarp>
          </a:bodyPr>
          <a:lstStyle/>
          <a:p>
            <a:pPr defTabSz="1018824" eaLnBrk="1" fontAlgn="auto" hangingPunct="1">
              <a:spcBef>
                <a:spcPts val="0"/>
              </a:spcBef>
              <a:spcAft>
                <a:spcPts val="0"/>
              </a:spcAft>
              <a:defRPr/>
            </a:pPr>
            <a:endParaRPr lang="en-US" altLang="en-US" sz="1337"/>
          </a:p>
        </p:txBody>
      </p:sp>
      <p:sp>
        <p:nvSpPr>
          <p:cNvPr id="53252" name="Slide Number Placeholder 3">
            <a:extLst>
              <a:ext uri="{FF2B5EF4-FFF2-40B4-BE49-F238E27FC236}">
                <a16:creationId xmlns:a16="http://schemas.microsoft.com/office/drawing/2014/main" id="{C3EAA498-CC1C-1EB4-A5CA-9529B854EC7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15963" indent="-274638">
              <a:defRPr sz="2000">
                <a:solidFill>
                  <a:schemeClr val="tx1"/>
                </a:solidFill>
                <a:latin typeface="Calibri" panose="020F0502020204030204" pitchFamily="34" charset="0"/>
              </a:defRPr>
            </a:lvl2pPr>
            <a:lvl3pPr marL="1101725" indent="-219075">
              <a:defRPr sz="2000">
                <a:solidFill>
                  <a:schemeClr val="tx1"/>
                </a:solidFill>
                <a:latin typeface="Calibri" panose="020F0502020204030204" pitchFamily="34" charset="0"/>
              </a:defRPr>
            </a:lvl3pPr>
            <a:lvl4pPr marL="1541463" indent="-219075">
              <a:defRPr sz="2000">
                <a:solidFill>
                  <a:schemeClr val="tx1"/>
                </a:solidFill>
                <a:latin typeface="Calibri" panose="020F0502020204030204" pitchFamily="34" charset="0"/>
              </a:defRPr>
            </a:lvl4pPr>
            <a:lvl5pPr marL="1982788" indent="-219075">
              <a:defRPr sz="2000">
                <a:solidFill>
                  <a:schemeClr val="tx1"/>
                </a:solidFill>
                <a:latin typeface="Calibri" panose="020F0502020204030204" pitchFamily="34" charset="0"/>
              </a:defRPr>
            </a:lvl5pPr>
            <a:lvl6pPr marL="2439988" indent="-219075" defTabSz="1017588" eaLnBrk="0" fontAlgn="base" hangingPunct="0">
              <a:spcBef>
                <a:spcPct val="0"/>
              </a:spcBef>
              <a:spcAft>
                <a:spcPct val="0"/>
              </a:spcAft>
              <a:defRPr sz="2000">
                <a:solidFill>
                  <a:schemeClr val="tx1"/>
                </a:solidFill>
                <a:latin typeface="Calibri" panose="020F0502020204030204" pitchFamily="34" charset="0"/>
              </a:defRPr>
            </a:lvl6pPr>
            <a:lvl7pPr marL="2897188" indent="-219075" defTabSz="1017588" eaLnBrk="0" fontAlgn="base" hangingPunct="0">
              <a:spcBef>
                <a:spcPct val="0"/>
              </a:spcBef>
              <a:spcAft>
                <a:spcPct val="0"/>
              </a:spcAft>
              <a:defRPr sz="2000">
                <a:solidFill>
                  <a:schemeClr val="tx1"/>
                </a:solidFill>
                <a:latin typeface="Calibri" panose="020F0502020204030204" pitchFamily="34" charset="0"/>
              </a:defRPr>
            </a:lvl7pPr>
            <a:lvl8pPr marL="3354388" indent="-219075" defTabSz="1017588" eaLnBrk="0" fontAlgn="base" hangingPunct="0">
              <a:spcBef>
                <a:spcPct val="0"/>
              </a:spcBef>
              <a:spcAft>
                <a:spcPct val="0"/>
              </a:spcAft>
              <a:defRPr sz="2000">
                <a:solidFill>
                  <a:schemeClr val="tx1"/>
                </a:solidFill>
                <a:latin typeface="Calibri" panose="020F0502020204030204" pitchFamily="34" charset="0"/>
              </a:defRPr>
            </a:lvl8pPr>
            <a:lvl9pPr marL="3811588" indent="-219075" defTabSz="1017588" eaLnBrk="0" fontAlgn="base" hangingPunct="0">
              <a:spcBef>
                <a:spcPct val="0"/>
              </a:spcBef>
              <a:spcAft>
                <a:spcPct val="0"/>
              </a:spcAft>
              <a:defRPr sz="2000">
                <a:solidFill>
                  <a:schemeClr val="tx1"/>
                </a:solidFill>
                <a:latin typeface="Calibri" panose="020F0502020204030204" pitchFamily="34" charset="0"/>
              </a:defRPr>
            </a:lvl9pPr>
          </a:lstStyle>
          <a:p>
            <a:fld id="{303EE2F5-1CE4-4832-8500-BEBA1A91C029}" type="slidenum">
              <a:rPr lang="en-US" altLang="en-US" sz="1300">
                <a:ea typeface="MS PGothic" panose="020B0600070205080204" pitchFamily="34" charset="-128"/>
              </a:rPr>
              <a:pPr/>
              <a:t>6</a:t>
            </a:fld>
            <a:endParaRPr lang="en-US" altLang="en-US" sz="1300">
              <a:ea typeface="MS PGothic"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F5F9CCF6-D9D7-9416-9C6D-BA3890517D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7F14A9F3-D0CF-0037-26EA-91E44B73AF60}"/>
              </a:ext>
            </a:extLst>
          </p:cNvPr>
          <p:cNvSpPr>
            <a:spLocks noGrp="1"/>
          </p:cNvSpPr>
          <p:nvPr>
            <p:ph type="body" idx="1"/>
          </p:nvPr>
        </p:nvSpPr>
        <p:spPr bwMode="auto"/>
        <p:txBody>
          <a:bodyPr wrap="square" numCol="1" anchor="t" anchorCtr="0" compatLnSpc="1">
            <a:prstTxWarp prst="textNoShape">
              <a:avLst/>
            </a:prstTxWarp>
          </a:bodyPr>
          <a:lstStyle/>
          <a:p>
            <a:pPr defTabSz="1018824" eaLnBrk="1" fontAlgn="auto" hangingPunct="1">
              <a:spcBef>
                <a:spcPts val="0"/>
              </a:spcBef>
              <a:spcAft>
                <a:spcPts val="0"/>
              </a:spcAft>
              <a:defRPr/>
            </a:pPr>
            <a:endParaRPr lang="en-US" altLang="en-US" sz="1337"/>
          </a:p>
        </p:txBody>
      </p:sp>
      <p:sp>
        <p:nvSpPr>
          <p:cNvPr id="55300" name="Slide Number Placeholder 3">
            <a:extLst>
              <a:ext uri="{FF2B5EF4-FFF2-40B4-BE49-F238E27FC236}">
                <a16:creationId xmlns:a16="http://schemas.microsoft.com/office/drawing/2014/main" id="{C0E2F82E-A5AC-5261-1319-22528153B0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defTabSz="1017588" eaLnBrk="0" fontAlgn="base" hangingPunct="0">
              <a:spcBef>
                <a:spcPct val="0"/>
              </a:spcBef>
              <a:spcAft>
                <a:spcPct val="0"/>
              </a:spcAft>
              <a:defRPr sz="2000">
                <a:solidFill>
                  <a:schemeClr val="tx1"/>
                </a:solidFill>
                <a:latin typeface="Calibri" panose="020F0502020204030204" pitchFamily="34" charset="0"/>
              </a:defRPr>
            </a:lvl6pPr>
            <a:lvl7pPr marL="2971800" indent="-228600" defTabSz="1017588" eaLnBrk="0" fontAlgn="base" hangingPunct="0">
              <a:spcBef>
                <a:spcPct val="0"/>
              </a:spcBef>
              <a:spcAft>
                <a:spcPct val="0"/>
              </a:spcAft>
              <a:defRPr sz="2000">
                <a:solidFill>
                  <a:schemeClr val="tx1"/>
                </a:solidFill>
                <a:latin typeface="Calibri" panose="020F0502020204030204" pitchFamily="34" charset="0"/>
              </a:defRPr>
            </a:lvl7pPr>
            <a:lvl8pPr marL="3429000" indent="-228600" defTabSz="1017588" eaLnBrk="0" fontAlgn="base" hangingPunct="0">
              <a:spcBef>
                <a:spcPct val="0"/>
              </a:spcBef>
              <a:spcAft>
                <a:spcPct val="0"/>
              </a:spcAft>
              <a:defRPr sz="2000">
                <a:solidFill>
                  <a:schemeClr val="tx1"/>
                </a:solidFill>
                <a:latin typeface="Calibri" panose="020F0502020204030204" pitchFamily="34" charset="0"/>
              </a:defRPr>
            </a:lvl8pPr>
            <a:lvl9pPr marL="3886200" indent="-228600" defTabSz="1017588" eaLnBrk="0" fontAlgn="base" hangingPunct="0">
              <a:spcBef>
                <a:spcPct val="0"/>
              </a:spcBef>
              <a:spcAft>
                <a:spcPct val="0"/>
              </a:spcAft>
              <a:defRPr sz="2000">
                <a:solidFill>
                  <a:schemeClr val="tx1"/>
                </a:solidFill>
                <a:latin typeface="Calibri" panose="020F0502020204030204" pitchFamily="34" charset="0"/>
              </a:defRPr>
            </a:lvl9pPr>
          </a:lstStyle>
          <a:p>
            <a:fld id="{0D8D8417-2A17-44BA-86E8-4F05AE8DD51F}" type="slidenum">
              <a:rPr lang="en-US" altLang="en-US" sz="1200">
                <a:ea typeface="MS PGothic" panose="020B0600070205080204" pitchFamily="34" charset="-128"/>
              </a:rPr>
              <a:pPr/>
              <a:t>7</a:t>
            </a:fld>
            <a:endParaRPr lang="en-US" altLang="en-US" sz="1200">
              <a:ea typeface="MS PGothic"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A41BDC36-955B-7A27-6B50-8A5A7149E29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a:extLst>
              <a:ext uri="{FF2B5EF4-FFF2-40B4-BE49-F238E27FC236}">
                <a16:creationId xmlns:a16="http://schemas.microsoft.com/office/drawing/2014/main" id="{87A2AE4E-0E57-587C-183B-87B5BEA9155F}"/>
              </a:ext>
            </a:extLst>
          </p:cNvPr>
          <p:cNvSpPr>
            <a:spLocks noGrp="1"/>
          </p:cNvSpPr>
          <p:nvPr>
            <p:ph type="body" idx="1"/>
          </p:nvPr>
        </p:nvSpPr>
        <p:spPr bwMode="auto"/>
        <p:txBody>
          <a:bodyPr wrap="square" numCol="1" anchor="t" anchorCtr="0" compatLnSpc="1">
            <a:prstTxWarp prst="textNoShape">
              <a:avLst/>
            </a:prstTxWarp>
          </a:bodyPr>
          <a:lstStyle/>
          <a:p>
            <a:pPr defTabSz="1018824" eaLnBrk="1" fontAlgn="auto" hangingPunct="1">
              <a:spcBef>
                <a:spcPts val="0"/>
              </a:spcBef>
              <a:spcAft>
                <a:spcPts val="0"/>
              </a:spcAft>
              <a:defRPr/>
            </a:pPr>
            <a:endParaRPr lang="en-US" altLang="en-US" sz="1337"/>
          </a:p>
        </p:txBody>
      </p:sp>
      <p:sp>
        <p:nvSpPr>
          <p:cNvPr id="57348" name="Slide Number Placeholder 3">
            <a:extLst>
              <a:ext uri="{FF2B5EF4-FFF2-40B4-BE49-F238E27FC236}">
                <a16:creationId xmlns:a16="http://schemas.microsoft.com/office/drawing/2014/main" id="{B0B97BDD-31F2-A340-0C85-7AFCA87A53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defTabSz="1017588" eaLnBrk="0" fontAlgn="base" hangingPunct="0">
              <a:spcBef>
                <a:spcPct val="0"/>
              </a:spcBef>
              <a:spcAft>
                <a:spcPct val="0"/>
              </a:spcAft>
              <a:defRPr sz="2000">
                <a:solidFill>
                  <a:schemeClr val="tx1"/>
                </a:solidFill>
                <a:latin typeface="Calibri" panose="020F0502020204030204" pitchFamily="34" charset="0"/>
              </a:defRPr>
            </a:lvl6pPr>
            <a:lvl7pPr marL="2971800" indent="-228600" defTabSz="1017588" eaLnBrk="0" fontAlgn="base" hangingPunct="0">
              <a:spcBef>
                <a:spcPct val="0"/>
              </a:spcBef>
              <a:spcAft>
                <a:spcPct val="0"/>
              </a:spcAft>
              <a:defRPr sz="2000">
                <a:solidFill>
                  <a:schemeClr val="tx1"/>
                </a:solidFill>
                <a:latin typeface="Calibri" panose="020F0502020204030204" pitchFamily="34" charset="0"/>
              </a:defRPr>
            </a:lvl7pPr>
            <a:lvl8pPr marL="3429000" indent="-228600" defTabSz="1017588" eaLnBrk="0" fontAlgn="base" hangingPunct="0">
              <a:spcBef>
                <a:spcPct val="0"/>
              </a:spcBef>
              <a:spcAft>
                <a:spcPct val="0"/>
              </a:spcAft>
              <a:defRPr sz="2000">
                <a:solidFill>
                  <a:schemeClr val="tx1"/>
                </a:solidFill>
                <a:latin typeface="Calibri" panose="020F0502020204030204" pitchFamily="34" charset="0"/>
              </a:defRPr>
            </a:lvl8pPr>
            <a:lvl9pPr marL="3886200" indent="-228600" defTabSz="1017588" eaLnBrk="0" fontAlgn="base" hangingPunct="0">
              <a:spcBef>
                <a:spcPct val="0"/>
              </a:spcBef>
              <a:spcAft>
                <a:spcPct val="0"/>
              </a:spcAft>
              <a:defRPr sz="2000">
                <a:solidFill>
                  <a:schemeClr val="tx1"/>
                </a:solidFill>
                <a:latin typeface="Calibri" panose="020F0502020204030204" pitchFamily="34" charset="0"/>
              </a:defRPr>
            </a:lvl9pPr>
          </a:lstStyle>
          <a:p>
            <a:fld id="{28E03321-016A-49CC-BC12-0F6D8A7E5B3A}" type="slidenum">
              <a:rPr lang="en-US" altLang="en-US" sz="1200">
                <a:ea typeface="MS PGothic" panose="020B0600070205080204" pitchFamily="34" charset="-128"/>
              </a:rPr>
              <a:pPr/>
              <a:t>8</a:t>
            </a:fld>
            <a:endParaRPr lang="en-US" altLang="en-US" sz="1200">
              <a:ea typeface="MS PGothic"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4E0439FE-2540-6EE3-98E2-3BB3AFC0F7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id="{F7177F6F-69ED-C9A2-1D89-3F9C2789B0D4}"/>
              </a:ext>
            </a:extLst>
          </p:cNvPr>
          <p:cNvSpPr>
            <a:spLocks noGrp="1"/>
          </p:cNvSpPr>
          <p:nvPr>
            <p:ph type="body" idx="1"/>
          </p:nvPr>
        </p:nvSpPr>
        <p:spPr bwMode="auto"/>
        <p:txBody>
          <a:bodyPr wrap="square" numCol="1" anchor="t" anchorCtr="0" compatLnSpc="1">
            <a:prstTxWarp prst="textNoShape">
              <a:avLst/>
            </a:prstTxWarp>
          </a:bodyPr>
          <a:lstStyle/>
          <a:p>
            <a:pPr defTabSz="1018824" eaLnBrk="1" fontAlgn="auto" hangingPunct="1">
              <a:spcBef>
                <a:spcPts val="0"/>
              </a:spcBef>
              <a:spcAft>
                <a:spcPts val="0"/>
              </a:spcAft>
              <a:defRPr/>
            </a:pPr>
            <a:endParaRPr lang="en-US" altLang="en-US" sz="1337"/>
          </a:p>
        </p:txBody>
      </p:sp>
      <p:sp>
        <p:nvSpPr>
          <p:cNvPr id="61444" name="Slide Number Placeholder 3">
            <a:extLst>
              <a:ext uri="{FF2B5EF4-FFF2-40B4-BE49-F238E27FC236}">
                <a16:creationId xmlns:a16="http://schemas.microsoft.com/office/drawing/2014/main" id="{86D2F7EE-E727-3397-282A-0F440B19ADF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defTabSz="1017588" eaLnBrk="0" fontAlgn="base" hangingPunct="0">
              <a:spcBef>
                <a:spcPct val="0"/>
              </a:spcBef>
              <a:spcAft>
                <a:spcPct val="0"/>
              </a:spcAft>
              <a:defRPr sz="2000">
                <a:solidFill>
                  <a:schemeClr val="tx1"/>
                </a:solidFill>
                <a:latin typeface="Calibri" panose="020F0502020204030204" pitchFamily="34" charset="0"/>
              </a:defRPr>
            </a:lvl6pPr>
            <a:lvl7pPr marL="2971800" indent="-228600" defTabSz="1017588" eaLnBrk="0" fontAlgn="base" hangingPunct="0">
              <a:spcBef>
                <a:spcPct val="0"/>
              </a:spcBef>
              <a:spcAft>
                <a:spcPct val="0"/>
              </a:spcAft>
              <a:defRPr sz="2000">
                <a:solidFill>
                  <a:schemeClr val="tx1"/>
                </a:solidFill>
                <a:latin typeface="Calibri" panose="020F0502020204030204" pitchFamily="34" charset="0"/>
              </a:defRPr>
            </a:lvl7pPr>
            <a:lvl8pPr marL="3429000" indent="-228600" defTabSz="1017588" eaLnBrk="0" fontAlgn="base" hangingPunct="0">
              <a:spcBef>
                <a:spcPct val="0"/>
              </a:spcBef>
              <a:spcAft>
                <a:spcPct val="0"/>
              </a:spcAft>
              <a:defRPr sz="2000">
                <a:solidFill>
                  <a:schemeClr val="tx1"/>
                </a:solidFill>
                <a:latin typeface="Calibri" panose="020F0502020204030204" pitchFamily="34" charset="0"/>
              </a:defRPr>
            </a:lvl8pPr>
            <a:lvl9pPr marL="3886200" indent="-228600" defTabSz="1017588" eaLnBrk="0" fontAlgn="base" hangingPunct="0">
              <a:spcBef>
                <a:spcPct val="0"/>
              </a:spcBef>
              <a:spcAft>
                <a:spcPct val="0"/>
              </a:spcAft>
              <a:defRPr sz="2000">
                <a:solidFill>
                  <a:schemeClr val="tx1"/>
                </a:solidFill>
                <a:latin typeface="Calibri" panose="020F0502020204030204" pitchFamily="34" charset="0"/>
              </a:defRPr>
            </a:lvl9pPr>
          </a:lstStyle>
          <a:p>
            <a:fld id="{8F8EFD93-8322-40C8-B9F1-0B334512DA29}" type="slidenum">
              <a:rPr lang="en-US" altLang="en-US" sz="1200">
                <a:ea typeface="MS PGothic" panose="020B0600070205080204" pitchFamily="34" charset="-128"/>
              </a:rPr>
              <a:pPr/>
              <a:t>9</a:t>
            </a:fld>
            <a:endParaRPr lang="en-US" altLang="en-US" sz="1200">
              <a:ea typeface="MS PGothic"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ABBDEBD3-E406-9E1B-4263-78EF265B53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F3E0280F-BA1B-9CFF-7896-533BDFD05FEA}"/>
              </a:ext>
            </a:extLst>
          </p:cNvPr>
          <p:cNvSpPr>
            <a:spLocks noGrp="1"/>
          </p:cNvSpPr>
          <p:nvPr>
            <p:ph type="body" idx="1"/>
          </p:nvPr>
        </p:nvSpPr>
        <p:spPr bwMode="auto"/>
        <p:txBody>
          <a:bodyPr wrap="square" numCol="1" anchor="t" anchorCtr="0" compatLnSpc="1">
            <a:prstTxWarp prst="textNoShape">
              <a:avLst/>
            </a:prstTxWarp>
          </a:bodyPr>
          <a:lstStyle/>
          <a:p>
            <a:pPr defTabSz="1018824" eaLnBrk="1" fontAlgn="auto" hangingPunct="1">
              <a:spcBef>
                <a:spcPts val="0"/>
              </a:spcBef>
              <a:spcAft>
                <a:spcPts val="0"/>
              </a:spcAft>
              <a:defRPr/>
            </a:pPr>
            <a:endParaRPr lang="en-US" altLang="en-US" sz="1337" dirty="0"/>
          </a:p>
        </p:txBody>
      </p:sp>
      <p:sp>
        <p:nvSpPr>
          <p:cNvPr id="63492" name="Slide Number Placeholder 3">
            <a:extLst>
              <a:ext uri="{FF2B5EF4-FFF2-40B4-BE49-F238E27FC236}">
                <a16:creationId xmlns:a16="http://schemas.microsoft.com/office/drawing/2014/main" id="{BDDACB88-DFF2-702D-3777-F915A30B16C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defTabSz="1017588" eaLnBrk="0" fontAlgn="base" hangingPunct="0">
              <a:spcBef>
                <a:spcPct val="0"/>
              </a:spcBef>
              <a:spcAft>
                <a:spcPct val="0"/>
              </a:spcAft>
              <a:defRPr sz="2000">
                <a:solidFill>
                  <a:schemeClr val="tx1"/>
                </a:solidFill>
                <a:latin typeface="Calibri" panose="020F0502020204030204" pitchFamily="34" charset="0"/>
              </a:defRPr>
            </a:lvl6pPr>
            <a:lvl7pPr marL="2971800" indent="-228600" defTabSz="1017588" eaLnBrk="0" fontAlgn="base" hangingPunct="0">
              <a:spcBef>
                <a:spcPct val="0"/>
              </a:spcBef>
              <a:spcAft>
                <a:spcPct val="0"/>
              </a:spcAft>
              <a:defRPr sz="2000">
                <a:solidFill>
                  <a:schemeClr val="tx1"/>
                </a:solidFill>
                <a:latin typeface="Calibri" panose="020F0502020204030204" pitchFamily="34" charset="0"/>
              </a:defRPr>
            </a:lvl7pPr>
            <a:lvl8pPr marL="3429000" indent="-228600" defTabSz="1017588" eaLnBrk="0" fontAlgn="base" hangingPunct="0">
              <a:spcBef>
                <a:spcPct val="0"/>
              </a:spcBef>
              <a:spcAft>
                <a:spcPct val="0"/>
              </a:spcAft>
              <a:defRPr sz="2000">
                <a:solidFill>
                  <a:schemeClr val="tx1"/>
                </a:solidFill>
                <a:latin typeface="Calibri" panose="020F0502020204030204" pitchFamily="34" charset="0"/>
              </a:defRPr>
            </a:lvl8pPr>
            <a:lvl9pPr marL="3886200" indent="-228600" defTabSz="1017588" eaLnBrk="0" fontAlgn="base" hangingPunct="0">
              <a:spcBef>
                <a:spcPct val="0"/>
              </a:spcBef>
              <a:spcAft>
                <a:spcPct val="0"/>
              </a:spcAft>
              <a:defRPr sz="2000">
                <a:solidFill>
                  <a:schemeClr val="tx1"/>
                </a:solidFill>
                <a:latin typeface="Calibri" panose="020F0502020204030204" pitchFamily="34" charset="0"/>
              </a:defRPr>
            </a:lvl9pPr>
          </a:lstStyle>
          <a:p>
            <a:fld id="{D0902C1A-9DE7-4595-BCA4-45FB8AB7F64B}" type="slidenum">
              <a:rPr lang="en-US" altLang="en-US" sz="1300">
                <a:ea typeface="MS PGothic" panose="020B0600070205080204" pitchFamily="34" charset="-128"/>
              </a:rPr>
              <a:pPr/>
              <a:t>10</a:t>
            </a:fld>
            <a:endParaRPr lang="en-US" altLang="en-US" sz="1300">
              <a:ea typeface="MS PGothic"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69053DF8-BDB0-86E9-F1BB-CA49E75677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BA9B51FF-EACE-7A75-7373-145F7F4599DB}"/>
              </a:ext>
            </a:extLst>
          </p:cNvPr>
          <p:cNvSpPr>
            <a:spLocks noGrp="1"/>
          </p:cNvSpPr>
          <p:nvPr>
            <p:ph type="body" idx="1"/>
          </p:nvPr>
        </p:nvSpPr>
        <p:spPr/>
        <p:txBody>
          <a:bodyPr/>
          <a:lstStyle/>
          <a:p>
            <a:pPr defTabSz="1018824" eaLnBrk="1" fontAlgn="auto" hangingPunct="1">
              <a:spcBef>
                <a:spcPts val="0"/>
              </a:spcBef>
              <a:spcAft>
                <a:spcPts val="0"/>
              </a:spcAft>
              <a:defRPr/>
            </a:pPr>
            <a:endParaRPr lang="en-US" sz="1337"/>
          </a:p>
        </p:txBody>
      </p:sp>
      <p:sp>
        <p:nvSpPr>
          <p:cNvPr id="65540" name="Slide Number Placeholder 3">
            <a:extLst>
              <a:ext uri="{FF2B5EF4-FFF2-40B4-BE49-F238E27FC236}">
                <a16:creationId xmlns:a16="http://schemas.microsoft.com/office/drawing/2014/main" id="{4ACA2227-BC7B-558D-8B29-035792794D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defTabSz="1017588" eaLnBrk="0" fontAlgn="base" hangingPunct="0">
              <a:spcBef>
                <a:spcPct val="0"/>
              </a:spcBef>
              <a:spcAft>
                <a:spcPct val="0"/>
              </a:spcAft>
              <a:defRPr sz="2000">
                <a:solidFill>
                  <a:schemeClr val="tx1"/>
                </a:solidFill>
                <a:latin typeface="Calibri" panose="020F0502020204030204" pitchFamily="34" charset="0"/>
              </a:defRPr>
            </a:lvl6pPr>
            <a:lvl7pPr marL="2971800" indent="-228600" defTabSz="1017588" eaLnBrk="0" fontAlgn="base" hangingPunct="0">
              <a:spcBef>
                <a:spcPct val="0"/>
              </a:spcBef>
              <a:spcAft>
                <a:spcPct val="0"/>
              </a:spcAft>
              <a:defRPr sz="2000">
                <a:solidFill>
                  <a:schemeClr val="tx1"/>
                </a:solidFill>
                <a:latin typeface="Calibri" panose="020F0502020204030204" pitchFamily="34" charset="0"/>
              </a:defRPr>
            </a:lvl7pPr>
            <a:lvl8pPr marL="3429000" indent="-228600" defTabSz="1017588" eaLnBrk="0" fontAlgn="base" hangingPunct="0">
              <a:spcBef>
                <a:spcPct val="0"/>
              </a:spcBef>
              <a:spcAft>
                <a:spcPct val="0"/>
              </a:spcAft>
              <a:defRPr sz="2000">
                <a:solidFill>
                  <a:schemeClr val="tx1"/>
                </a:solidFill>
                <a:latin typeface="Calibri" panose="020F0502020204030204" pitchFamily="34" charset="0"/>
              </a:defRPr>
            </a:lvl8pPr>
            <a:lvl9pPr marL="3886200" indent="-228600" defTabSz="1017588" eaLnBrk="0" fontAlgn="base" hangingPunct="0">
              <a:spcBef>
                <a:spcPct val="0"/>
              </a:spcBef>
              <a:spcAft>
                <a:spcPct val="0"/>
              </a:spcAft>
              <a:defRPr sz="2000">
                <a:solidFill>
                  <a:schemeClr val="tx1"/>
                </a:solidFill>
                <a:latin typeface="Calibri" panose="020F0502020204030204" pitchFamily="34" charset="0"/>
              </a:defRPr>
            </a:lvl9pPr>
          </a:lstStyle>
          <a:p>
            <a:fld id="{4ADB886A-9452-4127-86EC-D0E0F0EC55A3}" type="slidenum">
              <a:rPr lang="en-US" altLang="en-US" sz="1200"/>
              <a:pPr/>
              <a:t>11</a:t>
            </a:fld>
            <a:endParaRPr lang="en-US" alt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0683002E-9573-38E9-F81B-2332C0C497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a:extLst>
              <a:ext uri="{FF2B5EF4-FFF2-40B4-BE49-F238E27FC236}">
                <a16:creationId xmlns:a16="http://schemas.microsoft.com/office/drawing/2014/main" id="{9BB20465-B55A-9498-3820-9FF8671D20C8}"/>
              </a:ext>
            </a:extLst>
          </p:cNvPr>
          <p:cNvSpPr>
            <a:spLocks noGrp="1"/>
          </p:cNvSpPr>
          <p:nvPr>
            <p:ph type="body" idx="1"/>
          </p:nvPr>
        </p:nvSpPr>
        <p:spPr bwMode="auto"/>
        <p:txBody>
          <a:bodyPr wrap="square" numCol="1" anchor="t" anchorCtr="0" compatLnSpc="1">
            <a:prstTxWarp prst="textNoShape">
              <a:avLst/>
            </a:prstTxWarp>
          </a:bodyPr>
          <a:lstStyle/>
          <a:p>
            <a:pPr defTabSz="1018824" eaLnBrk="1" fontAlgn="auto" hangingPunct="1">
              <a:spcBef>
                <a:spcPts val="0"/>
              </a:spcBef>
              <a:spcAft>
                <a:spcPts val="0"/>
              </a:spcAft>
              <a:defRPr/>
            </a:pPr>
            <a:endParaRPr lang="en-US" altLang="en-US" sz="1337"/>
          </a:p>
        </p:txBody>
      </p:sp>
      <p:sp>
        <p:nvSpPr>
          <p:cNvPr id="67588" name="Slide Number Placeholder 3">
            <a:extLst>
              <a:ext uri="{FF2B5EF4-FFF2-40B4-BE49-F238E27FC236}">
                <a16:creationId xmlns:a16="http://schemas.microsoft.com/office/drawing/2014/main" id="{DD7A9D3E-6C0C-2CAD-9967-801C54B3AD8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15963" indent="-274638">
              <a:defRPr sz="2000">
                <a:solidFill>
                  <a:schemeClr val="tx1"/>
                </a:solidFill>
                <a:latin typeface="Calibri" panose="020F0502020204030204" pitchFamily="34" charset="0"/>
              </a:defRPr>
            </a:lvl2pPr>
            <a:lvl3pPr marL="1101725" indent="-219075">
              <a:defRPr sz="2000">
                <a:solidFill>
                  <a:schemeClr val="tx1"/>
                </a:solidFill>
                <a:latin typeface="Calibri" panose="020F0502020204030204" pitchFamily="34" charset="0"/>
              </a:defRPr>
            </a:lvl3pPr>
            <a:lvl4pPr marL="1541463" indent="-219075">
              <a:defRPr sz="2000">
                <a:solidFill>
                  <a:schemeClr val="tx1"/>
                </a:solidFill>
                <a:latin typeface="Calibri" panose="020F0502020204030204" pitchFamily="34" charset="0"/>
              </a:defRPr>
            </a:lvl4pPr>
            <a:lvl5pPr marL="1982788" indent="-219075">
              <a:defRPr sz="2000">
                <a:solidFill>
                  <a:schemeClr val="tx1"/>
                </a:solidFill>
                <a:latin typeface="Calibri" panose="020F0502020204030204" pitchFamily="34" charset="0"/>
              </a:defRPr>
            </a:lvl5pPr>
            <a:lvl6pPr marL="2439988" indent="-219075" defTabSz="1017588" eaLnBrk="0" fontAlgn="base" hangingPunct="0">
              <a:spcBef>
                <a:spcPct val="0"/>
              </a:spcBef>
              <a:spcAft>
                <a:spcPct val="0"/>
              </a:spcAft>
              <a:defRPr sz="2000">
                <a:solidFill>
                  <a:schemeClr val="tx1"/>
                </a:solidFill>
                <a:latin typeface="Calibri" panose="020F0502020204030204" pitchFamily="34" charset="0"/>
              </a:defRPr>
            </a:lvl6pPr>
            <a:lvl7pPr marL="2897188" indent="-219075" defTabSz="1017588" eaLnBrk="0" fontAlgn="base" hangingPunct="0">
              <a:spcBef>
                <a:spcPct val="0"/>
              </a:spcBef>
              <a:spcAft>
                <a:spcPct val="0"/>
              </a:spcAft>
              <a:defRPr sz="2000">
                <a:solidFill>
                  <a:schemeClr val="tx1"/>
                </a:solidFill>
                <a:latin typeface="Calibri" panose="020F0502020204030204" pitchFamily="34" charset="0"/>
              </a:defRPr>
            </a:lvl7pPr>
            <a:lvl8pPr marL="3354388" indent="-219075" defTabSz="1017588" eaLnBrk="0" fontAlgn="base" hangingPunct="0">
              <a:spcBef>
                <a:spcPct val="0"/>
              </a:spcBef>
              <a:spcAft>
                <a:spcPct val="0"/>
              </a:spcAft>
              <a:defRPr sz="2000">
                <a:solidFill>
                  <a:schemeClr val="tx1"/>
                </a:solidFill>
                <a:latin typeface="Calibri" panose="020F0502020204030204" pitchFamily="34" charset="0"/>
              </a:defRPr>
            </a:lvl8pPr>
            <a:lvl9pPr marL="3811588" indent="-219075" defTabSz="1017588" eaLnBrk="0" fontAlgn="base" hangingPunct="0">
              <a:spcBef>
                <a:spcPct val="0"/>
              </a:spcBef>
              <a:spcAft>
                <a:spcPct val="0"/>
              </a:spcAft>
              <a:defRPr sz="2000">
                <a:solidFill>
                  <a:schemeClr val="tx1"/>
                </a:solidFill>
                <a:latin typeface="Calibri" panose="020F0502020204030204" pitchFamily="34" charset="0"/>
              </a:defRPr>
            </a:lvl9pPr>
          </a:lstStyle>
          <a:p>
            <a:fld id="{77BB340F-DB72-4E00-A91F-C0E52A2E6126}" type="slidenum">
              <a:rPr lang="en-US" altLang="en-US" sz="1300">
                <a:ea typeface="MS PGothic" panose="020B0600070205080204" pitchFamily="34" charset="-128"/>
              </a:rPr>
              <a:pPr/>
              <a:t>12</a:t>
            </a:fld>
            <a:endParaRPr lang="en-US" altLang="en-US" sz="1300">
              <a:ea typeface="MS PGothic"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68D1D0F6-81AF-6449-16A7-73DAA5DA97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41655AFF-CFEA-D90A-7879-956427983422}"/>
              </a:ext>
            </a:extLst>
          </p:cNvPr>
          <p:cNvSpPr>
            <a:spLocks noGrp="1"/>
          </p:cNvSpPr>
          <p:nvPr>
            <p:ph type="body" idx="1"/>
          </p:nvPr>
        </p:nvSpPr>
        <p:spPr bwMode="auto"/>
        <p:txBody>
          <a:bodyPr wrap="square" numCol="1" anchor="t" anchorCtr="0" compatLnSpc="1">
            <a:prstTxWarp prst="textNoShape">
              <a:avLst/>
            </a:prstTxWarp>
          </a:bodyPr>
          <a:lstStyle/>
          <a:p>
            <a:pPr defTabSz="1018824" eaLnBrk="1" fontAlgn="auto" hangingPunct="1">
              <a:spcBef>
                <a:spcPts val="0"/>
              </a:spcBef>
              <a:spcAft>
                <a:spcPts val="0"/>
              </a:spcAft>
              <a:defRPr/>
            </a:pPr>
            <a:endParaRPr lang="en-US" altLang="en-US" sz="1337"/>
          </a:p>
        </p:txBody>
      </p:sp>
      <p:sp>
        <p:nvSpPr>
          <p:cNvPr id="69636" name="Slide Number Placeholder 3">
            <a:extLst>
              <a:ext uri="{FF2B5EF4-FFF2-40B4-BE49-F238E27FC236}">
                <a16:creationId xmlns:a16="http://schemas.microsoft.com/office/drawing/2014/main" id="{1CDBD097-DCE3-507C-99BD-D86BC1BF9C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defTabSz="1017588" eaLnBrk="0" fontAlgn="base" hangingPunct="0">
              <a:spcBef>
                <a:spcPct val="0"/>
              </a:spcBef>
              <a:spcAft>
                <a:spcPct val="0"/>
              </a:spcAft>
              <a:defRPr sz="2000">
                <a:solidFill>
                  <a:schemeClr val="tx1"/>
                </a:solidFill>
                <a:latin typeface="Calibri" panose="020F0502020204030204" pitchFamily="34" charset="0"/>
              </a:defRPr>
            </a:lvl6pPr>
            <a:lvl7pPr marL="2971800" indent="-228600" defTabSz="1017588" eaLnBrk="0" fontAlgn="base" hangingPunct="0">
              <a:spcBef>
                <a:spcPct val="0"/>
              </a:spcBef>
              <a:spcAft>
                <a:spcPct val="0"/>
              </a:spcAft>
              <a:defRPr sz="2000">
                <a:solidFill>
                  <a:schemeClr val="tx1"/>
                </a:solidFill>
                <a:latin typeface="Calibri" panose="020F0502020204030204" pitchFamily="34" charset="0"/>
              </a:defRPr>
            </a:lvl7pPr>
            <a:lvl8pPr marL="3429000" indent="-228600" defTabSz="1017588" eaLnBrk="0" fontAlgn="base" hangingPunct="0">
              <a:spcBef>
                <a:spcPct val="0"/>
              </a:spcBef>
              <a:spcAft>
                <a:spcPct val="0"/>
              </a:spcAft>
              <a:defRPr sz="2000">
                <a:solidFill>
                  <a:schemeClr val="tx1"/>
                </a:solidFill>
                <a:latin typeface="Calibri" panose="020F0502020204030204" pitchFamily="34" charset="0"/>
              </a:defRPr>
            </a:lvl8pPr>
            <a:lvl9pPr marL="3886200" indent="-228600" defTabSz="1017588" eaLnBrk="0" fontAlgn="base" hangingPunct="0">
              <a:spcBef>
                <a:spcPct val="0"/>
              </a:spcBef>
              <a:spcAft>
                <a:spcPct val="0"/>
              </a:spcAft>
              <a:defRPr sz="2000">
                <a:solidFill>
                  <a:schemeClr val="tx1"/>
                </a:solidFill>
                <a:latin typeface="Calibri" panose="020F0502020204030204" pitchFamily="34" charset="0"/>
              </a:defRPr>
            </a:lvl9pPr>
          </a:lstStyle>
          <a:p>
            <a:fld id="{0E498DF6-30AE-44C9-8DC7-3143016BEC0B}" type="slidenum">
              <a:rPr lang="en-US" altLang="en-US" sz="1200">
                <a:ea typeface="MS PGothic" panose="020B0600070205080204" pitchFamily="34" charset="-128"/>
              </a:rPr>
              <a:pPr/>
              <a:t>13</a:t>
            </a:fld>
            <a:endParaRPr lang="en-US" altLang="en-US" sz="1200">
              <a:ea typeface="MS PGothic"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F2239232-4D31-466F-DC42-B7170AB257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a:extLst>
              <a:ext uri="{FF2B5EF4-FFF2-40B4-BE49-F238E27FC236}">
                <a16:creationId xmlns:a16="http://schemas.microsoft.com/office/drawing/2014/main" id="{09104702-F38D-13B7-D04E-40E6538693D4}"/>
              </a:ext>
            </a:extLst>
          </p:cNvPr>
          <p:cNvSpPr>
            <a:spLocks noGrp="1"/>
          </p:cNvSpPr>
          <p:nvPr>
            <p:ph type="body" idx="1"/>
          </p:nvPr>
        </p:nvSpPr>
        <p:spPr bwMode="auto"/>
        <p:txBody>
          <a:bodyPr wrap="square" numCol="1" anchor="t" anchorCtr="0" compatLnSpc="1">
            <a:prstTxWarp prst="textNoShape">
              <a:avLst/>
            </a:prstTxWarp>
          </a:bodyPr>
          <a:lstStyle/>
          <a:p>
            <a:pPr defTabSz="1018824" eaLnBrk="1" fontAlgn="auto" hangingPunct="1">
              <a:spcBef>
                <a:spcPts val="0"/>
              </a:spcBef>
              <a:spcAft>
                <a:spcPts val="0"/>
              </a:spcAft>
              <a:defRPr/>
            </a:pPr>
            <a:endParaRPr lang="en-US" altLang="en-US" sz="1337"/>
          </a:p>
        </p:txBody>
      </p:sp>
      <p:sp>
        <p:nvSpPr>
          <p:cNvPr id="71684" name="Slide Number Placeholder 3">
            <a:extLst>
              <a:ext uri="{FF2B5EF4-FFF2-40B4-BE49-F238E27FC236}">
                <a16:creationId xmlns:a16="http://schemas.microsoft.com/office/drawing/2014/main" id="{E563390F-6A35-EDE6-7591-E5C1BA14AB4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defTabSz="1017588" eaLnBrk="0" fontAlgn="base" hangingPunct="0">
              <a:spcBef>
                <a:spcPct val="0"/>
              </a:spcBef>
              <a:spcAft>
                <a:spcPct val="0"/>
              </a:spcAft>
              <a:defRPr sz="2000">
                <a:solidFill>
                  <a:schemeClr val="tx1"/>
                </a:solidFill>
                <a:latin typeface="Calibri" panose="020F0502020204030204" pitchFamily="34" charset="0"/>
              </a:defRPr>
            </a:lvl6pPr>
            <a:lvl7pPr marL="2971800" indent="-228600" defTabSz="1017588" eaLnBrk="0" fontAlgn="base" hangingPunct="0">
              <a:spcBef>
                <a:spcPct val="0"/>
              </a:spcBef>
              <a:spcAft>
                <a:spcPct val="0"/>
              </a:spcAft>
              <a:defRPr sz="2000">
                <a:solidFill>
                  <a:schemeClr val="tx1"/>
                </a:solidFill>
                <a:latin typeface="Calibri" panose="020F0502020204030204" pitchFamily="34" charset="0"/>
              </a:defRPr>
            </a:lvl7pPr>
            <a:lvl8pPr marL="3429000" indent="-228600" defTabSz="1017588" eaLnBrk="0" fontAlgn="base" hangingPunct="0">
              <a:spcBef>
                <a:spcPct val="0"/>
              </a:spcBef>
              <a:spcAft>
                <a:spcPct val="0"/>
              </a:spcAft>
              <a:defRPr sz="2000">
                <a:solidFill>
                  <a:schemeClr val="tx1"/>
                </a:solidFill>
                <a:latin typeface="Calibri" panose="020F0502020204030204" pitchFamily="34" charset="0"/>
              </a:defRPr>
            </a:lvl8pPr>
            <a:lvl9pPr marL="3886200" indent="-228600" defTabSz="1017588" eaLnBrk="0" fontAlgn="base" hangingPunct="0">
              <a:spcBef>
                <a:spcPct val="0"/>
              </a:spcBef>
              <a:spcAft>
                <a:spcPct val="0"/>
              </a:spcAft>
              <a:defRPr sz="2000">
                <a:solidFill>
                  <a:schemeClr val="tx1"/>
                </a:solidFill>
                <a:latin typeface="Calibri" panose="020F0502020204030204" pitchFamily="34" charset="0"/>
              </a:defRPr>
            </a:lvl9pPr>
          </a:lstStyle>
          <a:p>
            <a:fld id="{83B7327A-69A9-4E44-B644-E3C9C5637B3F}" type="slidenum">
              <a:rPr lang="en-US" altLang="en-US" sz="1200">
                <a:ea typeface="MS PGothic" panose="020B0600070205080204" pitchFamily="34" charset="-128"/>
              </a:rPr>
              <a:pPr/>
              <a:t>14</a:t>
            </a:fld>
            <a:endParaRPr lang="en-US" altLang="en-US" sz="1200">
              <a:ea typeface="MS PGothic"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22F97506-CD75-3979-88A2-7848FFEE0D9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87FA5310-F90C-5CDE-2899-4115BD67CF6F}"/>
              </a:ext>
            </a:extLst>
          </p:cNvPr>
          <p:cNvSpPr>
            <a:spLocks noGrp="1"/>
          </p:cNvSpPr>
          <p:nvPr>
            <p:ph type="body" idx="1"/>
          </p:nvPr>
        </p:nvSpPr>
        <p:spPr bwMode="auto"/>
        <p:txBody>
          <a:bodyPr wrap="square" numCol="1" anchor="t" anchorCtr="0" compatLnSpc="1">
            <a:prstTxWarp prst="textNoShape">
              <a:avLst/>
            </a:prstTxWarp>
          </a:bodyPr>
          <a:lstStyle/>
          <a:p>
            <a:pPr defTabSz="1018824" eaLnBrk="1" fontAlgn="auto" hangingPunct="1">
              <a:spcBef>
                <a:spcPts val="0"/>
              </a:spcBef>
              <a:spcAft>
                <a:spcPts val="0"/>
              </a:spcAft>
              <a:defRPr/>
            </a:pPr>
            <a:endParaRPr lang="en-US" altLang="en-US" sz="1337"/>
          </a:p>
        </p:txBody>
      </p:sp>
      <p:sp>
        <p:nvSpPr>
          <p:cNvPr id="75780" name="Slide Number Placeholder 3">
            <a:extLst>
              <a:ext uri="{FF2B5EF4-FFF2-40B4-BE49-F238E27FC236}">
                <a16:creationId xmlns:a16="http://schemas.microsoft.com/office/drawing/2014/main" id="{702DB728-F589-4C2D-1AC8-98B28DFDEA2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defTabSz="1017588" eaLnBrk="0" fontAlgn="base" hangingPunct="0">
              <a:spcBef>
                <a:spcPct val="0"/>
              </a:spcBef>
              <a:spcAft>
                <a:spcPct val="0"/>
              </a:spcAft>
              <a:defRPr sz="2000">
                <a:solidFill>
                  <a:schemeClr val="tx1"/>
                </a:solidFill>
                <a:latin typeface="Calibri" panose="020F0502020204030204" pitchFamily="34" charset="0"/>
              </a:defRPr>
            </a:lvl6pPr>
            <a:lvl7pPr marL="2971800" indent="-228600" defTabSz="1017588" eaLnBrk="0" fontAlgn="base" hangingPunct="0">
              <a:spcBef>
                <a:spcPct val="0"/>
              </a:spcBef>
              <a:spcAft>
                <a:spcPct val="0"/>
              </a:spcAft>
              <a:defRPr sz="2000">
                <a:solidFill>
                  <a:schemeClr val="tx1"/>
                </a:solidFill>
                <a:latin typeface="Calibri" panose="020F0502020204030204" pitchFamily="34" charset="0"/>
              </a:defRPr>
            </a:lvl7pPr>
            <a:lvl8pPr marL="3429000" indent="-228600" defTabSz="1017588" eaLnBrk="0" fontAlgn="base" hangingPunct="0">
              <a:spcBef>
                <a:spcPct val="0"/>
              </a:spcBef>
              <a:spcAft>
                <a:spcPct val="0"/>
              </a:spcAft>
              <a:defRPr sz="2000">
                <a:solidFill>
                  <a:schemeClr val="tx1"/>
                </a:solidFill>
                <a:latin typeface="Calibri" panose="020F0502020204030204" pitchFamily="34" charset="0"/>
              </a:defRPr>
            </a:lvl8pPr>
            <a:lvl9pPr marL="3886200" indent="-228600" defTabSz="1017588" eaLnBrk="0" fontAlgn="base" hangingPunct="0">
              <a:spcBef>
                <a:spcPct val="0"/>
              </a:spcBef>
              <a:spcAft>
                <a:spcPct val="0"/>
              </a:spcAft>
              <a:defRPr sz="2000">
                <a:solidFill>
                  <a:schemeClr val="tx1"/>
                </a:solidFill>
                <a:latin typeface="Calibri" panose="020F0502020204030204" pitchFamily="34" charset="0"/>
              </a:defRPr>
            </a:lvl9pPr>
          </a:lstStyle>
          <a:p>
            <a:fld id="{D17A342E-C271-4000-9FB2-459A7FD2A98A}" type="slidenum">
              <a:rPr lang="en-US" altLang="en-US" sz="1200">
                <a:ea typeface="MS PGothic" panose="020B0600070205080204" pitchFamily="34" charset="-128"/>
              </a:rPr>
              <a:pPr/>
              <a:t>15</a:t>
            </a:fld>
            <a:endParaRPr lang="en-US" altLang="en-US" sz="1200">
              <a:ea typeface="MS PGothic"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Atrium External">
    <p:spTree>
      <p:nvGrpSpPr>
        <p:cNvPr id="1" name=""/>
        <p:cNvGrpSpPr/>
        <p:nvPr/>
      </p:nvGrpSpPr>
      <p:grpSpPr>
        <a:xfrm>
          <a:off x="0" y="0"/>
          <a:ext cx="0" cy="0"/>
          <a:chOff x="0" y="0"/>
          <a:chExt cx="0" cy="0"/>
        </a:xfrm>
      </p:grpSpPr>
      <p:sp>
        <p:nvSpPr>
          <p:cNvPr id="4" name="TextBox 7">
            <a:extLst>
              <a:ext uri="{FF2B5EF4-FFF2-40B4-BE49-F238E27FC236}">
                <a16:creationId xmlns:a16="http://schemas.microsoft.com/office/drawing/2014/main" id="{D24B3F42-44EF-1836-716E-8A7183234F8A}"/>
              </a:ext>
            </a:extLst>
          </p:cNvPr>
          <p:cNvSpPr txBox="1">
            <a:spLocks noChangeArrowheads="1"/>
          </p:cNvSpPr>
          <p:nvPr userDrawn="1"/>
        </p:nvSpPr>
        <p:spPr bwMode="auto">
          <a:xfrm>
            <a:off x="6648450" y="5380038"/>
            <a:ext cx="2724150" cy="319087"/>
          </a:xfrm>
          <a:prstGeom prst="rect">
            <a:avLst/>
          </a:prstGeom>
          <a:noFill/>
          <a:ln>
            <a:noFill/>
          </a:ln>
        </p:spPr>
        <p:txBody>
          <a:bodyPr wrap="none" lIns="0" tIns="0" rIns="0" bIns="0"/>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fontAlgn="base">
              <a:spcBef>
                <a:spcPct val="0"/>
              </a:spcBef>
              <a:spcAft>
                <a:spcPct val="0"/>
              </a:spcAft>
              <a:defRPr sz="2000">
                <a:solidFill>
                  <a:schemeClr val="tx1"/>
                </a:solidFill>
                <a:latin typeface="Calibri" panose="020F0502020204030204" pitchFamily="34" charset="0"/>
              </a:defRPr>
            </a:lvl6pPr>
            <a:lvl7pPr marL="2971800" indent="-228600" fontAlgn="base">
              <a:spcBef>
                <a:spcPct val="0"/>
              </a:spcBef>
              <a:spcAft>
                <a:spcPct val="0"/>
              </a:spcAft>
              <a:defRPr sz="2000">
                <a:solidFill>
                  <a:schemeClr val="tx1"/>
                </a:solidFill>
                <a:latin typeface="Calibri" panose="020F0502020204030204" pitchFamily="34" charset="0"/>
              </a:defRPr>
            </a:lvl7pPr>
            <a:lvl8pPr marL="3429000" indent="-228600" fontAlgn="base">
              <a:spcBef>
                <a:spcPct val="0"/>
              </a:spcBef>
              <a:spcAft>
                <a:spcPct val="0"/>
              </a:spcAft>
              <a:defRPr sz="2000">
                <a:solidFill>
                  <a:schemeClr val="tx1"/>
                </a:solidFill>
                <a:latin typeface="Calibri" panose="020F0502020204030204" pitchFamily="34" charset="0"/>
              </a:defRPr>
            </a:lvl8pPr>
            <a:lvl9pPr marL="3886200" indent="-228600" fontAlgn="base">
              <a:spcBef>
                <a:spcPct val="0"/>
              </a:spcBef>
              <a:spcAft>
                <a:spcPct val="0"/>
              </a:spcAft>
              <a:defRPr sz="2000">
                <a:solidFill>
                  <a:schemeClr val="tx1"/>
                </a:solidFill>
                <a:latin typeface="Calibri" panose="020F0502020204030204" pitchFamily="34" charset="0"/>
              </a:defRPr>
            </a:lvl9pPr>
          </a:lstStyle>
          <a:p>
            <a:pPr algn="r" defTabSz="914400" eaLnBrk="1" hangingPunct="1">
              <a:lnSpc>
                <a:spcPct val="110000"/>
              </a:lnSpc>
              <a:spcBef>
                <a:spcPts val="1000"/>
              </a:spcBef>
              <a:buFont typeface="Arial" panose="020B0604020202020204" pitchFamily="34" charset="0"/>
              <a:buNone/>
              <a:defRPr/>
            </a:pPr>
            <a:r>
              <a:rPr lang="en-US" altLang="en-US" sz="1400" b="1">
                <a:solidFill>
                  <a:srgbClr val="404040"/>
                </a:solidFill>
                <a:latin typeface="Calibri Light" panose="020F0302020204030204" pitchFamily="34" charset="0"/>
              </a:rPr>
              <a:t>Presentation to:</a:t>
            </a:r>
          </a:p>
        </p:txBody>
      </p:sp>
      <p:pic>
        <p:nvPicPr>
          <p:cNvPr id="5" name="Picture 8">
            <a:extLst>
              <a:ext uri="{FF2B5EF4-FFF2-40B4-BE49-F238E27FC236}">
                <a16:creationId xmlns:a16="http://schemas.microsoft.com/office/drawing/2014/main" id="{54CCBE4A-BB31-F0F0-C0C8-EDED2D0532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79450" y="7048500"/>
            <a:ext cx="20574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9">
            <a:extLst>
              <a:ext uri="{FF2B5EF4-FFF2-40B4-BE49-F238E27FC236}">
                <a16:creationId xmlns:a16="http://schemas.microsoft.com/office/drawing/2014/main" id="{1DC93FA0-F2FA-6010-ED59-EB85B1C0CEA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060575"/>
            <a:ext cx="2262188" cy="316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0">
            <a:extLst>
              <a:ext uri="{FF2B5EF4-FFF2-40B4-BE49-F238E27FC236}">
                <a16:creationId xmlns:a16="http://schemas.microsoft.com/office/drawing/2014/main" id="{90C41463-A574-4C61-20C3-6FA315FC1174}"/>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514600" y="2060575"/>
            <a:ext cx="7564438" cy="316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85801" y="914400"/>
            <a:ext cx="8691612" cy="1146175"/>
          </a:xfrm>
        </p:spPr>
        <p:txBody>
          <a:bodyPr/>
          <a:lstStyle>
            <a:lvl1pPr algn="l">
              <a:defRPr sz="3200">
                <a:latin typeface="+mj-lt"/>
              </a:defRPr>
            </a:lvl1pPr>
          </a:lstStyle>
          <a:p>
            <a:r>
              <a:rPr lang="en-US" dirty="0"/>
              <a:t>Click to edit Master title style</a:t>
            </a:r>
          </a:p>
        </p:txBody>
      </p:sp>
      <p:sp>
        <p:nvSpPr>
          <p:cNvPr id="3" name="Subtitle 2"/>
          <p:cNvSpPr>
            <a:spLocks noGrp="1"/>
          </p:cNvSpPr>
          <p:nvPr>
            <p:ph type="subTitle" idx="1"/>
          </p:nvPr>
        </p:nvSpPr>
        <p:spPr>
          <a:xfrm>
            <a:off x="685801" y="5399088"/>
            <a:ext cx="5943600" cy="1674812"/>
          </a:xfrm>
        </p:spPr>
        <p:txBody>
          <a:bodyPr/>
          <a:lstStyle>
            <a:lvl1pPr marL="0" indent="0" algn="l">
              <a:lnSpc>
                <a:spcPct val="110000"/>
              </a:lnSpc>
              <a:spcBef>
                <a:spcPts val="300"/>
              </a:spcBef>
              <a:buNone/>
              <a:defRPr sz="1000" b="0">
                <a:solidFill>
                  <a:schemeClr val="tx1">
                    <a:lumMod val="50000"/>
                    <a:lumOff val="50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Picture Placeholder 5" title="Client Logo"/>
          <p:cNvSpPr>
            <a:spLocks noGrp="1"/>
          </p:cNvSpPr>
          <p:nvPr>
            <p:ph type="pic" sz="quarter" idx="11"/>
          </p:nvPr>
        </p:nvSpPr>
        <p:spPr>
          <a:xfrm>
            <a:off x="6627612" y="5620469"/>
            <a:ext cx="2743200" cy="866157"/>
          </a:xfrm>
        </p:spPr>
        <p:txBody>
          <a:bodyPr rtlCol="0" anchor="b">
            <a:noAutofit/>
          </a:bodyPr>
          <a:lstStyle>
            <a:lvl1pPr algn="r">
              <a:defRPr>
                <a:latin typeface="+mj-lt"/>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3535494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Page Atrium Internal">
    <p:spTree>
      <p:nvGrpSpPr>
        <p:cNvPr id="1" name=""/>
        <p:cNvGrpSpPr/>
        <p:nvPr/>
      </p:nvGrpSpPr>
      <p:grpSpPr>
        <a:xfrm>
          <a:off x="0" y="0"/>
          <a:ext cx="0" cy="0"/>
          <a:chOff x="0" y="0"/>
          <a:chExt cx="0" cy="0"/>
        </a:xfrm>
      </p:grpSpPr>
      <p:pic>
        <p:nvPicPr>
          <p:cNvPr id="4" name="Picture 7">
            <a:extLst>
              <a:ext uri="{FF2B5EF4-FFF2-40B4-BE49-F238E27FC236}">
                <a16:creationId xmlns:a16="http://schemas.microsoft.com/office/drawing/2014/main" id="{90E3F37F-2867-A3F8-668A-9E77C739F0F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79450" y="7048500"/>
            <a:ext cx="20574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a:extLst>
              <a:ext uri="{FF2B5EF4-FFF2-40B4-BE49-F238E27FC236}">
                <a16:creationId xmlns:a16="http://schemas.microsoft.com/office/drawing/2014/main" id="{A9568932-D2B9-C89C-2D86-E0126788E03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060575"/>
            <a:ext cx="2262188" cy="316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9">
            <a:extLst>
              <a:ext uri="{FF2B5EF4-FFF2-40B4-BE49-F238E27FC236}">
                <a16:creationId xmlns:a16="http://schemas.microsoft.com/office/drawing/2014/main" id="{C1D924D1-96BB-5FF5-BF22-6D86D9AE270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514600" y="2060575"/>
            <a:ext cx="7564438" cy="316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85801" y="914400"/>
            <a:ext cx="8691612" cy="1146175"/>
          </a:xfrm>
        </p:spPr>
        <p:txBody>
          <a:bodyPr/>
          <a:lstStyle>
            <a:lvl1pPr algn="l">
              <a:defRPr sz="3200">
                <a:latin typeface="+mj-lt"/>
              </a:defRPr>
            </a:lvl1pPr>
          </a:lstStyle>
          <a:p>
            <a:r>
              <a:rPr lang="en-US" dirty="0"/>
              <a:t>Click to edit Master title style</a:t>
            </a:r>
          </a:p>
        </p:txBody>
      </p:sp>
      <p:sp>
        <p:nvSpPr>
          <p:cNvPr id="3" name="Subtitle 2"/>
          <p:cNvSpPr>
            <a:spLocks noGrp="1"/>
          </p:cNvSpPr>
          <p:nvPr>
            <p:ph type="subTitle" idx="1"/>
          </p:nvPr>
        </p:nvSpPr>
        <p:spPr>
          <a:xfrm>
            <a:off x="685801" y="5399088"/>
            <a:ext cx="5943600" cy="1674812"/>
          </a:xfrm>
        </p:spPr>
        <p:txBody>
          <a:bodyPr/>
          <a:lstStyle>
            <a:lvl1pPr marL="0" indent="0" algn="l">
              <a:lnSpc>
                <a:spcPct val="110000"/>
              </a:lnSpc>
              <a:spcBef>
                <a:spcPts val="300"/>
              </a:spcBef>
              <a:buNone/>
              <a:defRPr sz="1000" b="0">
                <a:solidFill>
                  <a:schemeClr val="tx1">
                    <a:lumMod val="50000"/>
                    <a:lumOff val="50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956477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pic>
        <p:nvPicPr>
          <p:cNvPr id="4" name="Content Placeholder 12" descr="image008">
            <a:extLst>
              <a:ext uri="{FF2B5EF4-FFF2-40B4-BE49-F238E27FC236}">
                <a16:creationId xmlns:a16="http://schemas.microsoft.com/office/drawing/2014/main" id="{678D2563-3A5B-BA81-07E6-12541F8C56C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lgn="just">
              <a:defRPr sz="1200">
                <a:latin typeface="+mj-lt"/>
              </a:defRPr>
            </a:lvl1pPr>
            <a:lvl2pPr algn="just">
              <a:defRPr sz="1200">
                <a:latin typeface="+mj-lt"/>
              </a:defRPr>
            </a:lvl2pPr>
            <a:lvl3pPr algn="just">
              <a:defRPr sz="1200">
                <a:latin typeface="+mj-lt"/>
              </a:defRPr>
            </a:lvl3pPr>
            <a:lvl4pPr algn="just">
              <a:defRPr sz="1000">
                <a:latin typeface="+mj-lt"/>
              </a:defRPr>
            </a:lvl4pPr>
            <a:lvl5pPr algn="just">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p:cNvSpPr>
            <a:spLocks noGrp="1"/>
          </p:cNvSpPr>
          <p:nvPr>
            <p:ph sz="quarter" idx="13"/>
          </p:nvPr>
        </p:nvSpPr>
        <p:spPr>
          <a:xfrm>
            <a:off x="2513915" y="7045325"/>
            <a:ext cx="6542773"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17110B65-08E1-6414-399B-E3629C05D793}"/>
              </a:ext>
            </a:extLst>
          </p:cNvPr>
          <p:cNvSpPr>
            <a:spLocks noGrp="1"/>
          </p:cNvSpPr>
          <p:nvPr>
            <p:ph type="sldNum" sz="quarter" idx="14"/>
          </p:nvPr>
        </p:nvSpPr>
        <p:spPr/>
        <p:txBody>
          <a:bodyPr/>
          <a:lstStyle>
            <a:lvl1pPr>
              <a:defRPr smtClean="0"/>
            </a:lvl1pPr>
          </a:lstStyle>
          <a:p>
            <a:pPr>
              <a:defRPr/>
            </a:pPr>
            <a:fld id="{9D13BB03-F552-4A14-A25A-266065368D72}" type="slidenum">
              <a:rPr lang="en-US" altLang="en-US"/>
              <a:pPr>
                <a:defRPr/>
              </a:pPr>
              <a:t>‹#›</a:t>
            </a:fld>
            <a:endParaRPr lang="en-US" altLang="en-US"/>
          </a:p>
        </p:txBody>
      </p:sp>
    </p:spTree>
    <p:extLst>
      <p:ext uri="{BB962C8B-B14F-4D97-AF65-F5344CB8AC3E}">
        <p14:creationId xmlns:p14="http://schemas.microsoft.com/office/powerpoint/2010/main" val="512130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claimer BNPP Logo">
    <p:spTree>
      <p:nvGrpSpPr>
        <p:cNvPr id="1" name=""/>
        <p:cNvGrpSpPr/>
        <p:nvPr/>
      </p:nvGrpSpPr>
      <p:grpSpPr>
        <a:xfrm>
          <a:off x="0" y="0"/>
          <a:ext cx="0" cy="0"/>
          <a:chOff x="0" y="0"/>
          <a:chExt cx="0" cy="0"/>
        </a:xfrm>
      </p:grpSpPr>
      <p:pic>
        <p:nvPicPr>
          <p:cNvPr id="4" name="Content Placeholder 12" descr="image008">
            <a:extLst>
              <a:ext uri="{FF2B5EF4-FFF2-40B4-BE49-F238E27FC236}">
                <a16:creationId xmlns:a16="http://schemas.microsoft.com/office/drawing/2014/main" id="{4C30E423-7466-BF95-FC6A-A0B904E5386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lgn="just">
              <a:defRPr sz="1200">
                <a:latin typeface="+mj-lt"/>
              </a:defRPr>
            </a:lvl1pPr>
            <a:lvl2pPr algn="just">
              <a:defRPr sz="1200">
                <a:latin typeface="+mj-lt"/>
              </a:defRPr>
            </a:lvl2pPr>
            <a:lvl3pPr algn="just">
              <a:defRPr sz="1200">
                <a:latin typeface="+mj-lt"/>
              </a:defRPr>
            </a:lvl3pPr>
            <a:lvl4pPr algn="just">
              <a:defRPr sz="1000">
                <a:latin typeface="+mj-lt"/>
              </a:defRPr>
            </a:lvl4pPr>
            <a:lvl5pPr algn="just">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p:cNvSpPr>
            <a:spLocks noGrp="1"/>
          </p:cNvSpPr>
          <p:nvPr>
            <p:ph sz="quarter" idx="13"/>
          </p:nvPr>
        </p:nvSpPr>
        <p:spPr>
          <a:xfrm>
            <a:off x="4552749" y="7045325"/>
            <a:ext cx="4503939"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52955478-439B-FDB5-C6F4-1682AA869EA4}"/>
              </a:ext>
            </a:extLst>
          </p:cNvPr>
          <p:cNvSpPr>
            <a:spLocks noGrp="1"/>
          </p:cNvSpPr>
          <p:nvPr>
            <p:ph type="sldNum" sz="quarter" idx="14"/>
          </p:nvPr>
        </p:nvSpPr>
        <p:spPr/>
        <p:txBody>
          <a:bodyPr/>
          <a:lstStyle>
            <a:lvl1pPr>
              <a:defRPr smtClean="0"/>
            </a:lvl1pPr>
          </a:lstStyle>
          <a:p>
            <a:pPr>
              <a:defRPr/>
            </a:pPr>
            <a:fld id="{1F3C3C17-542E-41EF-8382-430B6C5C1359}" type="slidenum">
              <a:rPr lang="en-US" altLang="en-US"/>
              <a:pPr>
                <a:defRPr/>
              </a:pPr>
              <a:t>‹#›</a:t>
            </a:fld>
            <a:endParaRPr lang="en-US" altLang="en-US"/>
          </a:p>
        </p:txBody>
      </p:sp>
    </p:spTree>
    <p:extLst>
      <p:ext uri="{BB962C8B-B14F-4D97-AF65-F5344CB8AC3E}">
        <p14:creationId xmlns:p14="http://schemas.microsoft.com/office/powerpoint/2010/main" val="2848884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Content Placeholder 12" descr="image008">
            <a:extLst>
              <a:ext uri="{FF2B5EF4-FFF2-40B4-BE49-F238E27FC236}">
                <a16:creationId xmlns:a16="http://schemas.microsoft.com/office/drawing/2014/main" id="{B6784BA0-8954-A7E6-5EA9-4947F5D38EF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p:cNvSpPr>
            <a:spLocks noGrp="1"/>
          </p:cNvSpPr>
          <p:nvPr>
            <p:ph sz="quarter" idx="13"/>
          </p:nvPr>
        </p:nvSpPr>
        <p:spPr>
          <a:xfrm>
            <a:off x="2513915" y="7045325"/>
            <a:ext cx="6542773"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582C270A-34F9-DDB5-D20C-9B55D3678634}"/>
              </a:ext>
            </a:extLst>
          </p:cNvPr>
          <p:cNvSpPr>
            <a:spLocks noGrp="1"/>
          </p:cNvSpPr>
          <p:nvPr>
            <p:ph type="sldNum" sz="quarter" idx="14"/>
          </p:nvPr>
        </p:nvSpPr>
        <p:spPr/>
        <p:txBody>
          <a:bodyPr/>
          <a:lstStyle>
            <a:lvl1pPr>
              <a:defRPr smtClean="0"/>
            </a:lvl1pPr>
          </a:lstStyle>
          <a:p>
            <a:pPr>
              <a:defRPr/>
            </a:pPr>
            <a:fld id="{3074E297-3D80-4157-856D-0F504A98D229}" type="slidenum">
              <a:rPr lang="en-US" altLang="en-US"/>
              <a:pPr>
                <a:defRPr/>
              </a:pPr>
              <a:t>‹#›</a:t>
            </a:fld>
            <a:endParaRPr lang="en-US" altLang="en-US"/>
          </a:p>
        </p:txBody>
      </p:sp>
    </p:spTree>
    <p:extLst>
      <p:ext uri="{BB962C8B-B14F-4D97-AF65-F5344CB8AC3E}">
        <p14:creationId xmlns:p14="http://schemas.microsoft.com/office/powerpoint/2010/main" val="708120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w Title and Content">
    <p:spTree>
      <p:nvGrpSpPr>
        <p:cNvPr id="1" name=""/>
        <p:cNvGrpSpPr/>
        <p:nvPr/>
      </p:nvGrpSpPr>
      <p:grpSpPr>
        <a:xfrm>
          <a:off x="0" y="0"/>
          <a:ext cx="0" cy="0"/>
          <a:chOff x="0" y="0"/>
          <a:chExt cx="0" cy="0"/>
        </a:xfrm>
      </p:grpSpPr>
      <p:pic>
        <p:nvPicPr>
          <p:cNvPr id="4" name="Content Placeholder 12" descr="image008">
            <a:extLst>
              <a:ext uri="{FF2B5EF4-FFF2-40B4-BE49-F238E27FC236}">
                <a16:creationId xmlns:a16="http://schemas.microsoft.com/office/drawing/2014/main" id="{D0E4BD64-9599-F1A6-9FAC-FE86DCAC494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3" name="Content Placeholder 2"/>
          <p:cNvSpPr>
            <a:spLocks noGrp="1"/>
          </p:cNvSpPr>
          <p:nvPr>
            <p:ph idx="1"/>
          </p:nvPr>
        </p:nvSpPr>
        <p:spPr>
          <a:xfrm>
            <a:off x="691515" y="2060575"/>
            <a:ext cx="8675370" cy="498475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FB3CD057-D6EE-2430-D575-FAAC3E19DDD8}"/>
              </a:ext>
            </a:extLst>
          </p:cNvPr>
          <p:cNvSpPr>
            <a:spLocks noGrp="1"/>
          </p:cNvSpPr>
          <p:nvPr>
            <p:ph type="sldNum" sz="quarter" idx="14"/>
          </p:nvPr>
        </p:nvSpPr>
        <p:spPr/>
        <p:txBody>
          <a:bodyPr/>
          <a:lstStyle>
            <a:lvl1pPr>
              <a:defRPr smtClean="0"/>
            </a:lvl1pPr>
          </a:lstStyle>
          <a:p>
            <a:pPr>
              <a:defRPr/>
            </a:pPr>
            <a:fld id="{17E0A99B-485E-43A8-9F2A-1D6674D2136F}" type="slidenum">
              <a:rPr lang="en-US" altLang="en-US"/>
              <a:pPr>
                <a:defRPr/>
              </a:pPr>
              <a:t>‹#›</a:t>
            </a:fld>
            <a:endParaRPr lang="en-US" altLang="en-US"/>
          </a:p>
        </p:txBody>
      </p:sp>
    </p:spTree>
    <p:extLst>
      <p:ext uri="{BB962C8B-B14F-4D97-AF65-F5344CB8AC3E}">
        <p14:creationId xmlns:p14="http://schemas.microsoft.com/office/powerpoint/2010/main" val="1480464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ow Title and Content Larger Text">
    <p:spTree>
      <p:nvGrpSpPr>
        <p:cNvPr id="1" name=""/>
        <p:cNvGrpSpPr/>
        <p:nvPr/>
      </p:nvGrpSpPr>
      <p:grpSpPr>
        <a:xfrm>
          <a:off x="0" y="0"/>
          <a:ext cx="0" cy="0"/>
          <a:chOff x="0" y="0"/>
          <a:chExt cx="0" cy="0"/>
        </a:xfrm>
      </p:grpSpPr>
      <p:pic>
        <p:nvPicPr>
          <p:cNvPr id="4" name="Content Placeholder 12" descr="image008">
            <a:extLst>
              <a:ext uri="{FF2B5EF4-FFF2-40B4-BE49-F238E27FC236}">
                <a16:creationId xmlns:a16="http://schemas.microsoft.com/office/drawing/2014/main" id="{3AFF7B8D-AC4C-37F9-6412-0437BD3367F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3" name="Content Placeholder 2"/>
          <p:cNvSpPr>
            <a:spLocks noGrp="1"/>
          </p:cNvSpPr>
          <p:nvPr>
            <p:ph idx="1"/>
          </p:nvPr>
        </p:nvSpPr>
        <p:spPr>
          <a:xfrm>
            <a:off x="691515" y="2060575"/>
            <a:ext cx="8675370" cy="4984750"/>
          </a:xfrm>
        </p:spPr>
        <p:txBody>
          <a:bodyPr/>
          <a:lstStyle>
            <a:lvl1pPr>
              <a:defRPr sz="2000">
                <a:latin typeface="+mj-lt"/>
              </a:defRPr>
            </a:lvl1pPr>
            <a:lvl2pPr>
              <a:defRPr sz="2000">
                <a:latin typeface="+mj-lt"/>
              </a:defRPr>
            </a:lvl2pPr>
            <a:lvl3pPr>
              <a:defRPr sz="2000">
                <a:latin typeface="+mj-lt"/>
              </a:defRPr>
            </a:lvl3pPr>
            <a:lvl4pPr>
              <a:defRPr sz="1800">
                <a:latin typeface="+mj-lt"/>
              </a:defRPr>
            </a:lvl4pPr>
            <a:lvl5pPr>
              <a:defRPr sz="16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13C6B154-9AB5-6391-3454-376DC4F4952D}"/>
              </a:ext>
            </a:extLst>
          </p:cNvPr>
          <p:cNvSpPr>
            <a:spLocks noGrp="1"/>
          </p:cNvSpPr>
          <p:nvPr>
            <p:ph type="sldNum" sz="quarter" idx="14"/>
          </p:nvPr>
        </p:nvSpPr>
        <p:spPr/>
        <p:txBody>
          <a:bodyPr/>
          <a:lstStyle>
            <a:lvl1pPr>
              <a:defRPr smtClean="0"/>
            </a:lvl1pPr>
          </a:lstStyle>
          <a:p>
            <a:pPr>
              <a:defRPr/>
            </a:pPr>
            <a:fld id="{FA94B50D-E453-49D5-931C-1C6128A3E2DF}" type="slidenum">
              <a:rPr lang="en-US" altLang="en-US"/>
              <a:pPr>
                <a:defRPr/>
              </a:pPr>
              <a:t>‹#›</a:t>
            </a:fld>
            <a:endParaRPr lang="en-US" altLang="en-US"/>
          </a:p>
        </p:txBody>
      </p:sp>
    </p:spTree>
    <p:extLst>
      <p:ext uri="{BB962C8B-B14F-4D97-AF65-F5344CB8AC3E}">
        <p14:creationId xmlns:p14="http://schemas.microsoft.com/office/powerpoint/2010/main" val="1763566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ad In Title and Content">
    <p:spTree>
      <p:nvGrpSpPr>
        <p:cNvPr id="1" name=""/>
        <p:cNvGrpSpPr/>
        <p:nvPr/>
      </p:nvGrpSpPr>
      <p:grpSpPr>
        <a:xfrm>
          <a:off x="0" y="0"/>
          <a:ext cx="0" cy="0"/>
          <a:chOff x="0" y="0"/>
          <a:chExt cx="0" cy="0"/>
        </a:xfrm>
      </p:grpSpPr>
      <p:pic>
        <p:nvPicPr>
          <p:cNvPr id="4" name="Content Placeholder 12" descr="image008">
            <a:extLst>
              <a:ext uri="{FF2B5EF4-FFF2-40B4-BE49-F238E27FC236}">
                <a16:creationId xmlns:a16="http://schemas.microsoft.com/office/drawing/2014/main" id="{974CF8F4-AC85-070D-CA35-968424CBC8A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3" name="Content Placeholder 2"/>
          <p:cNvSpPr>
            <a:spLocks noGrp="1"/>
          </p:cNvSpPr>
          <p:nvPr>
            <p:ph idx="1"/>
          </p:nvPr>
        </p:nvSpPr>
        <p:spPr>
          <a:xfrm>
            <a:off x="691515" y="2060575"/>
            <a:ext cx="8675370" cy="498475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p:cNvSpPr>
            <a:spLocks noGrp="1"/>
          </p:cNvSpPr>
          <p:nvPr>
            <p:ph sz="half" idx="14"/>
          </p:nvPr>
        </p:nvSpPr>
        <p:spPr>
          <a:xfrm>
            <a:off x="691515" y="1371601"/>
            <a:ext cx="8692216" cy="688974"/>
          </a:xfrm>
        </p:spPr>
        <p:txBody>
          <a:bodyPr/>
          <a:lstStyle>
            <a:lvl1pPr>
              <a:lnSpc>
                <a:spcPct val="110000"/>
              </a:lnSpc>
              <a:defRPr>
                <a:latin typeface="+mj-lt"/>
              </a:defRPr>
            </a:lvl1pPr>
            <a:lvl2pPr>
              <a:lnSpc>
                <a:spcPct val="110000"/>
              </a:lnSpc>
              <a:defRPr>
                <a:latin typeface="+mj-lt"/>
              </a:defRPr>
            </a:lvl2pPr>
            <a:lvl3pPr>
              <a:lnSpc>
                <a:spcPct val="110000"/>
              </a:lnSpc>
              <a:defRPr>
                <a:latin typeface="+mj-lt"/>
              </a:defRPr>
            </a:lvl3pPr>
            <a:lvl4pPr>
              <a:lnSpc>
                <a:spcPct val="110000"/>
              </a:lnSpc>
              <a:defRPr>
                <a:latin typeface="+mj-lt"/>
              </a:defRPr>
            </a:lvl4pPr>
            <a:lvl5pPr>
              <a:lnSpc>
                <a:spcPct val="110000"/>
              </a:lnSpc>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D9D6D341-D0C9-1120-EA11-0CCB14704D19}"/>
              </a:ext>
            </a:extLst>
          </p:cNvPr>
          <p:cNvSpPr>
            <a:spLocks noGrp="1"/>
          </p:cNvSpPr>
          <p:nvPr>
            <p:ph type="sldNum" sz="quarter" idx="15"/>
          </p:nvPr>
        </p:nvSpPr>
        <p:spPr/>
        <p:txBody>
          <a:bodyPr/>
          <a:lstStyle>
            <a:lvl1pPr>
              <a:defRPr smtClean="0"/>
            </a:lvl1pPr>
          </a:lstStyle>
          <a:p>
            <a:pPr>
              <a:defRPr/>
            </a:pPr>
            <a:fld id="{4AD585FE-161D-44AC-850F-DB06A1F94748}" type="slidenum">
              <a:rPr lang="en-US" altLang="en-US"/>
              <a:pPr>
                <a:defRPr/>
              </a:pPr>
              <a:t>‹#›</a:t>
            </a:fld>
            <a:endParaRPr lang="en-US" altLang="en-US"/>
          </a:p>
        </p:txBody>
      </p:sp>
    </p:spTree>
    <p:extLst>
      <p:ext uri="{BB962C8B-B14F-4D97-AF65-F5344CB8AC3E}">
        <p14:creationId xmlns:p14="http://schemas.microsoft.com/office/powerpoint/2010/main" val="2331204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ow 1/2 Content Left">
    <p:spTree>
      <p:nvGrpSpPr>
        <p:cNvPr id="1" name=""/>
        <p:cNvGrpSpPr/>
        <p:nvPr/>
      </p:nvGrpSpPr>
      <p:grpSpPr>
        <a:xfrm>
          <a:off x="0" y="0"/>
          <a:ext cx="0" cy="0"/>
          <a:chOff x="0" y="0"/>
          <a:chExt cx="0" cy="0"/>
        </a:xfrm>
      </p:grpSpPr>
      <p:pic>
        <p:nvPicPr>
          <p:cNvPr id="4" name="Content Placeholder 12" descr="image008">
            <a:extLst>
              <a:ext uri="{FF2B5EF4-FFF2-40B4-BE49-F238E27FC236}">
                <a16:creationId xmlns:a16="http://schemas.microsoft.com/office/drawing/2014/main" id="{E3D26C12-AEA6-7895-C3E4-5F66E68391C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3" name="Content Placeholder 2"/>
          <p:cNvSpPr>
            <a:spLocks noGrp="1"/>
          </p:cNvSpPr>
          <p:nvPr>
            <p:ph idx="1"/>
          </p:nvPr>
        </p:nvSpPr>
        <p:spPr>
          <a:xfrm>
            <a:off x="691515" y="2060576"/>
            <a:ext cx="4206240" cy="4984750"/>
          </a:xfrm>
        </p:spPr>
        <p:txBody>
          <a:bodyPr/>
          <a:lstStyle>
            <a:lvl1pPr>
              <a:lnSpc>
                <a:spcPct val="110000"/>
              </a:lnSpc>
              <a:defRPr sz="1600" b="1">
                <a:solidFill>
                  <a:schemeClr val="tx2"/>
                </a:solidFill>
                <a:latin typeface="+mj-lt"/>
              </a:defRPr>
            </a:lvl1pPr>
            <a:lvl2pPr>
              <a:lnSpc>
                <a:spcPct val="110000"/>
              </a:lnSpc>
              <a:defRPr sz="1600">
                <a:latin typeface="+mj-lt"/>
              </a:defRPr>
            </a:lvl2pPr>
            <a:lvl3pPr>
              <a:lnSpc>
                <a:spcPct val="110000"/>
              </a:lnSpc>
              <a:defRPr sz="1600">
                <a:latin typeface="+mj-lt"/>
              </a:defRPr>
            </a:lvl3pPr>
            <a:lvl4pPr>
              <a:lnSpc>
                <a:spcPct val="110000"/>
              </a:lnSpc>
              <a:defRPr sz="1400">
                <a:latin typeface="+mj-lt"/>
              </a:defRPr>
            </a:lvl4pPr>
            <a:lvl5pPr>
              <a:lnSpc>
                <a:spcPct val="110000"/>
              </a:lnSpc>
              <a:defRPr sz="12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01D1782A-FD33-264F-3C08-CDCDA3B28BCA}"/>
              </a:ext>
            </a:extLst>
          </p:cNvPr>
          <p:cNvSpPr>
            <a:spLocks noGrp="1"/>
          </p:cNvSpPr>
          <p:nvPr>
            <p:ph type="sldNum" sz="quarter" idx="14"/>
          </p:nvPr>
        </p:nvSpPr>
        <p:spPr/>
        <p:txBody>
          <a:bodyPr/>
          <a:lstStyle>
            <a:lvl1pPr>
              <a:defRPr smtClean="0"/>
            </a:lvl1pPr>
          </a:lstStyle>
          <a:p>
            <a:pPr>
              <a:defRPr/>
            </a:pPr>
            <a:fld id="{E035D110-21BA-4EF0-A2B1-C6D0F550ED55}" type="slidenum">
              <a:rPr lang="en-US" altLang="en-US"/>
              <a:pPr>
                <a:defRPr/>
              </a:pPr>
              <a:t>‹#›</a:t>
            </a:fld>
            <a:endParaRPr lang="en-US" altLang="en-US"/>
          </a:p>
        </p:txBody>
      </p:sp>
    </p:spTree>
    <p:extLst>
      <p:ext uri="{BB962C8B-B14F-4D97-AF65-F5344CB8AC3E}">
        <p14:creationId xmlns:p14="http://schemas.microsoft.com/office/powerpoint/2010/main" val="2464312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ead In 1/2 Content Left">
    <p:spTree>
      <p:nvGrpSpPr>
        <p:cNvPr id="1" name=""/>
        <p:cNvGrpSpPr/>
        <p:nvPr/>
      </p:nvGrpSpPr>
      <p:grpSpPr>
        <a:xfrm>
          <a:off x="0" y="0"/>
          <a:ext cx="0" cy="0"/>
          <a:chOff x="0" y="0"/>
          <a:chExt cx="0" cy="0"/>
        </a:xfrm>
      </p:grpSpPr>
      <p:pic>
        <p:nvPicPr>
          <p:cNvPr id="4" name="Content Placeholder 12" descr="image008">
            <a:extLst>
              <a:ext uri="{FF2B5EF4-FFF2-40B4-BE49-F238E27FC236}">
                <a16:creationId xmlns:a16="http://schemas.microsoft.com/office/drawing/2014/main" id="{6742B806-4675-D538-310B-854475AE002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lvl1pPr>
              <a:defRPr>
                <a:latin typeface="+mj-lt"/>
              </a:defRPr>
            </a:lvl1pPr>
          </a:lstStyle>
          <a:p>
            <a:r>
              <a:rPr lang="en-US" dirty="0"/>
              <a:t>Click to edit Master title style</a:t>
            </a:r>
          </a:p>
        </p:txBody>
      </p:sp>
      <p:sp>
        <p:nvSpPr>
          <p:cNvPr id="3" name="Content Placeholder 2"/>
          <p:cNvSpPr>
            <a:spLocks noGrp="1"/>
          </p:cNvSpPr>
          <p:nvPr>
            <p:ph sz="half" idx="1"/>
          </p:nvPr>
        </p:nvSpPr>
        <p:spPr>
          <a:xfrm>
            <a:off x="691515" y="2060575"/>
            <a:ext cx="4206240" cy="498475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p:cNvSpPr>
            <a:spLocks noGrp="1"/>
          </p:cNvSpPr>
          <p:nvPr>
            <p:ph sz="half" idx="14"/>
          </p:nvPr>
        </p:nvSpPr>
        <p:spPr>
          <a:xfrm>
            <a:off x="691515" y="1371601"/>
            <a:ext cx="8692216" cy="688974"/>
          </a:xfrm>
        </p:spPr>
        <p:txBody>
          <a:bodyPr/>
          <a:lstStyle>
            <a:lvl1pPr>
              <a:lnSpc>
                <a:spcPct val="110000"/>
              </a:lnSpc>
              <a:defRPr>
                <a:latin typeface="+mj-lt"/>
              </a:defRPr>
            </a:lvl1pPr>
            <a:lvl2pPr>
              <a:lnSpc>
                <a:spcPct val="110000"/>
              </a:lnSpc>
              <a:defRPr>
                <a:latin typeface="+mj-lt"/>
              </a:defRPr>
            </a:lvl2pPr>
            <a:lvl3pPr>
              <a:lnSpc>
                <a:spcPct val="110000"/>
              </a:lnSpc>
              <a:defRPr>
                <a:latin typeface="+mj-lt"/>
              </a:defRPr>
            </a:lvl3pPr>
            <a:lvl4pPr>
              <a:lnSpc>
                <a:spcPct val="110000"/>
              </a:lnSpc>
              <a:defRPr>
                <a:latin typeface="+mj-lt"/>
              </a:defRPr>
            </a:lvl4pPr>
            <a:lvl5pPr>
              <a:lnSpc>
                <a:spcPct val="110000"/>
              </a:lnSpc>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6">
            <a:extLst>
              <a:ext uri="{FF2B5EF4-FFF2-40B4-BE49-F238E27FC236}">
                <a16:creationId xmlns:a16="http://schemas.microsoft.com/office/drawing/2014/main" id="{518DB55E-8BFF-0F41-77E1-E970C6A68300}"/>
              </a:ext>
            </a:extLst>
          </p:cNvPr>
          <p:cNvSpPr>
            <a:spLocks noGrp="1"/>
          </p:cNvSpPr>
          <p:nvPr>
            <p:ph type="sldNum" sz="quarter" idx="15"/>
          </p:nvPr>
        </p:nvSpPr>
        <p:spPr/>
        <p:txBody>
          <a:bodyPr/>
          <a:lstStyle>
            <a:lvl1pPr>
              <a:defRPr smtClean="0"/>
            </a:lvl1pPr>
          </a:lstStyle>
          <a:p>
            <a:pPr>
              <a:defRPr/>
            </a:pPr>
            <a:fld id="{831840E0-3F3D-42E3-8363-ABBEB2E7F463}" type="slidenum">
              <a:rPr lang="en-US" altLang="en-US"/>
              <a:pPr>
                <a:defRPr/>
              </a:pPr>
              <a:t>‹#›</a:t>
            </a:fld>
            <a:endParaRPr lang="en-US" altLang="en-US"/>
          </a:p>
        </p:txBody>
      </p:sp>
    </p:spTree>
    <p:extLst>
      <p:ext uri="{BB962C8B-B14F-4D97-AF65-F5344CB8AC3E}">
        <p14:creationId xmlns:p14="http://schemas.microsoft.com/office/powerpoint/2010/main" val="1333124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ow 1/3 Left">
    <p:spTree>
      <p:nvGrpSpPr>
        <p:cNvPr id="1" name=""/>
        <p:cNvGrpSpPr/>
        <p:nvPr/>
      </p:nvGrpSpPr>
      <p:grpSpPr>
        <a:xfrm>
          <a:off x="0" y="0"/>
          <a:ext cx="0" cy="0"/>
          <a:chOff x="0" y="0"/>
          <a:chExt cx="0" cy="0"/>
        </a:xfrm>
      </p:grpSpPr>
      <p:pic>
        <p:nvPicPr>
          <p:cNvPr id="4" name="Content Placeholder 12" descr="image008">
            <a:extLst>
              <a:ext uri="{FF2B5EF4-FFF2-40B4-BE49-F238E27FC236}">
                <a16:creationId xmlns:a16="http://schemas.microsoft.com/office/drawing/2014/main" id="{428AED08-9067-DB44-C219-324BB721451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3" name="Content Placeholder 2"/>
          <p:cNvSpPr>
            <a:spLocks noGrp="1"/>
          </p:cNvSpPr>
          <p:nvPr>
            <p:ph idx="1"/>
          </p:nvPr>
        </p:nvSpPr>
        <p:spPr>
          <a:xfrm>
            <a:off x="691514" y="2060576"/>
            <a:ext cx="2898648" cy="4984749"/>
          </a:xfrm>
        </p:spPr>
        <p:txBody>
          <a:bodyPr/>
          <a:lstStyle>
            <a:lvl1pPr>
              <a:lnSpc>
                <a:spcPct val="110000"/>
              </a:lnSpc>
              <a:defRPr sz="1600" b="1">
                <a:solidFill>
                  <a:schemeClr val="tx2"/>
                </a:solidFill>
                <a:latin typeface="+mj-lt"/>
              </a:defRPr>
            </a:lvl1pPr>
            <a:lvl2pPr>
              <a:lnSpc>
                <a:spcPct val="110000"/>
              </a:lnSpc>
              <a:defRPr sz="1600">
                <a:latin typeface="+mj-lt"/>
              </a:defRPr>
            </a:lvl2pPr>
            <a:lvl3pPr>
              <a:lnSpc>
                <a:spcPct val="110000"/>
              </a:lnSpc>
              <a:defRPr sz="1600">
                <a:latin typeface="+mj-lt"/>
              </a:defRPr>
            </a:lvl3pPr>
            <a:lvl4pPr>
              <a:lnSpc>
                <a:spcPct val="110000"/>
              </a:lnSpc>
              <a:defRPr sz="1400">
                <a:latin typeface="+mj-lt"/>
              </a:defRPr>
            </a:lvl4pPr>
            <a:lvl5pPr>
              <a:lnSpc>
                <a:spcPct val="110000"/>
              </a:lnSpc>
              <a:defRPr sz="12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89B2883E-21A0-1FCC-0E60-E6DF03F93EFC}"/>
              </a:ext>
            </a:extLst>
          </p:cNvPr>
          <p:cNvSpPr>
            <a:spLocks noGrp="1"/>
          </p:cNvSpPr>
          <p:nvPr>
            <p:ph type="sldNum" sz="quarter" idx="14"/>
          </p:nvPr>
        </p:nvSpPr>
        <p:spPr/>
        <p:txBody>
          <a:bodyPr/>
          <a:lstStyle>
            <a:lvl1pPr>
              <a:defRPr smtClean="0"/>
            </a:lvl1pPr>
          </a:lstStyle>
          <a:p>
            <a:pPr>
              <a:defRPr/>
            </a:pPr>
            <a:fld id="{5C60382E-2CA3-4073-8C21-17BDFEE5DB08}" type="slidenum">
              <a:rPr lang="en-US" altLang="en-US"/>
              <a:pPr>
                <a:defRPr/>
              </a:pPr>
              <a:t>‹#›</a:t>
            </a:fld>
            <a:endParaRPr lang="en-US" altLang="en-US"/>
          </a:p>
        </p:txBody>
      </p:sp>
    </p:spTree>
    <p:extLst>
      <p:ext uri="{BB962C8B-B14F-4D97-AF65-F5344CB8AC3E}">
        <p14:creationId xmlns:p14="http://schemas.microsoft.com/office/powerpoint/2010/main" val="63757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ad In 1/3 Left">
    <p:spTree>
      <p:nvGrpSpPr>
        <p:cNvPr id="1" name=""/>
        <p:cNvGrpSpPr/>
        <p:nvPr/>
      </p:nvGrpSpPr>
      <p:grpSpPr>
        <a:xfrm>
          <a:off x="0" y="0"/>
          <a:ext cx="0" cy="0"/>
          <a:chOff x="0" y="0"/>
          <a:chExt cx="0" cy="0"/>
        </a:xfrm>
      </p:grpSpPr>
      <p:pic>
        <p:nvPicPr>
          <p:cNvPr id="4" name="Content Placeholder 12" descr="image008">
            <a:extLst>
              <a:ext uri="{FF2B5EF4-FFF2-40B4-BE49-F238E27FC236}">
                <a16:creationId xmlns:a16="http://schemas.microsoft.com/office/drawing/2014/main" id="{06B44FC4-6905-FC66-3360-3877A294717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3" name="Content Placeholder 2"/>
          <p:cNvSpPr>
            <a:spLocks noGrp="1"/>
          </p:cNvSpPr>
          <p:nvPr>
            <p:ph idx="1"/>
          </p:nvPr>
        </p:nvSpPr>
        <p:spPr>
          <a:xfrm>
            <a:off x="691515" y="2060574"/>
            <a:ext cx="2898648" cy="4984751"/>
          </a:xfrm>
        </p:spPr>
        <p:txBody>
          <a:bodyPr/>
          <a:lstStyle>
            <a:lvl1pPr>
              <a:lnSpc>
                <a:spcPct val="110000"/>
              </a:lnSpc>
              <a:defRPr sz="1600" b="1">
                <a:solidFill>
                  <a:schemeClr val="tx2"/>
                </a:solidFill>
                <a:latin typeface="+mj-lt"/>
              </a:defRPr>
            </a:lvl1pPr>
            <a:lvl2pPr>
              <a:lnSpc>
                <a:spcPct val="110000"/>
              </a:lnSpc>
              <a:defRPr sz="1600">
                <a:latin typeface="+mj-lt"/>
              </a:defRPr>
            </a:lvl2pPr>
            <a:lvl3pPr>
              <a:lnSpc>
                <a:spcPct val="110000"/>
              </a:lnSpc>
              <a:defRPr sz="1600">
                <a:latin typeface="+mj-lt"/>
              </a:defRPr>
            </a:lvl3pPr>
            <a:lvl4pPr>
              <a:lnSpc>
                <a:spcPct val="110000"/>
              </a:lnSpc>
              <a:defRPr sz="1400">
                <a:latin typeface="+mj-lt"/>
              </a:defRPr>
            </a:lvl4pPr>
            <a:lvl5pPr>
              <a:lnSpc>
                <a:spcPct val="110000"/>
              </a:lnSpc>
              <a:defRPr sz="12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p:cNvSpPr>
            <a:spLocks noGrp="1"/>
          </p:cNvSpPr>
          <p:nvPr>
            <p:ph sz="half" idx="2"/>
          </p:nvPr>
        </p:nvSpPr>
        <p:spPr>
          <a:xfrm>
            <a:off x="691515" y="1371601"/>
            <a:ext cx="8692216" cy="688974"/>
          </a:xfrm>
        </p:spPr>
        <p:txBody>
          <a:bodyPr/>
          <a:lstStyle>
            <a:lvl1pPr>
              <a:lnSpc>
                <a:spcPct val="110000"/>
              </a:lnSpc>
              <a:defRPr>
                <a:latin typeface="+mj-lt"/>
              </a:defRPr>
            </a:lvl1pPr>
            <a:lvl2pPr>
              <a:lnSpc>
                <a:spcPct val="110000"/>
              </a:lnSpc>
              <a:defRPr>
                <a:latin typeface="+mj-lt"/>
              </a:defRPr>
            </a:lvl2pPr>
            <a:lvl3pPr>
              <a:lnSpc>
                <a:spcPct val="110000"/>
              </a:lnSpc>
              <a:defRPr>
                <a:latin typeface="+mj-lt"/>
              </a:defRPr>
            </a:lvl3pPr>
            <a:lvl4pPr>
              <a:lnSpc>
                <a:spcPct val="110000"/>
              </a:lnSpc>
              <a:defRPr>
                <a:latin typeface="+mj-lt"/>
              </a:defRPr>
            </a:lvl4pPr>
            <a:lvl5pPr>
              <a:lnSpc>
                <a:spcPct val="110000"/>
              </a:lnSpc>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6"/>
          <p:cNvSpPr>
            <a:spLocks noGrp="1"/>
          </p:cNvSpPr>
          <p:nvPr>
            <p:ph sz="quarter" idx="13"/>
          </p:nvPr>
        </p:nvSpPr>
        <p:spPr>
          <a:xfrm>
            <a:off x="2510269"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2DC7BB49-BA6E-0DC7-53E0-61C13A3ABA77}"/>
              </a:ext>
            </a:extLst>
          </p:cNvPr>
          <p:cNvSpPr>
            <a:spLocks noGrp="1"/>
          </p:cNvSpPr>
          <p:nvPr>
            <p:ph type="sldNum" sz="quarter" idx="14"/>
          </p:nvPr>
        </p:nvSpPr>
        <p:spPr/>
        <p:txBody>
          <a:bodyPr/>
          <a:lstStyle>
            <a:lvl1pPr>
              <a:defRPr smtClean="0"/>
            </a:lvl1pPr>
          </a:lstStyle>
          <a:p>
            <a:pPr>
              <a:defRPr/>
            </a:pPr>
            <a:fld id="{8CDAED3E-D86B-4435-85F2-9C5915D0056C}" type="slidenum">
              <a:rPr lang="en-US" altLang="en-US"/>
              <a:pPr>
                <a:defRPr/>
              </a:pPr>
              <a:t>‹#›</a:t>
            </a:fld>
            <a:endParaRPr lang="en-US" altLang="en-US"/>
          </a:p>
        </p:txBody>
      </p:sp>
    </p:spTree>
    <p:extLst>
      <p:ext uri="{BB962C8B-B14F-4D97-AF65-F5344CB8AC3E}">
        <p14:creationId xmlns:p14="http://schemas.microsoft.com/office/powerpoint/2010/main" val="3841537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3 Left">
    <p:spTree>
      <p:nvGrpSpPr>
        <p:cNvPr id="1" name=""/>
        <p:cNvGrpSpPr/>
        <p:nvPr/>
      </p:nvGrpSpPr>
      <p:grpSpPr>
        <a:xfrm>
          <a:off x="0" y="0"/>
          <a:ext cx="0" cy="0"/>
          <a:chOff x="0" y="0"/>
          <a:chExt cx="0" cy="0"/>
        </a:xfrm>
      </p:grpSpPr>
      <p:pic>
        <p:nvPicPr>
          <p:cNvPr id="3" name="Content Placeholder 12" descr="image008">
            <a:extLst>
              <a:ext uri="{FF2B5EF4-FFF2-40B4-BE49-F238E27FC236}">
                <a16:creationId xmlns:a16="http://schemas.microsoft.com/office/drawing/2014/main" id="{8372AEE7-091D-A04E-7B60-E504A183565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13" name="Content Placeholder 12"/>
          <p:cNvSpPr>
            <a:spLocks noGrp="1"/>
          </p:cNvSpPr>
          <p:nvPr>
            <p:ph sz="quarter" idx="16"/>
          </p:nvPr>
        </p:nvSpPr>
        <p:spPr>
          <a:xfrm>
            <a:off x="685800" y="1371601"/>
            <a:ext cx="5527675" cy="5673724"/>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B3F8BFE9-34AF-C4AE-AD99-B9EECA029463}"/>
              </a:ext>
            </a:extLst>
          </p:cNvPr>
          <p:cNvSpPr>
            <a:spLocks noGrp="1"/>
          </p:cNvSpPr>
          <p:nvPr>
            <p:ph type="sldNum" sz="quarter" idx="17"/>
          </p:nvPr>
        </p:nvSpPr>
        <p:spPr/>
        <p:txBody>
          <a:bodyPr/>
          <a:lstStyle>
            <a:lvl1pPr>
              <a:defRPr smtClean="0"/>
            </a:lvl1pPr>
          </a:lstStyle>
          <a:p>
            <a:pPr>
              <a:defRPr/>
            </a:pPr>
            <a:fld id="{65FF36BD-30C1-4922-AE5E-C8A7D7C98181}" type="slidenum">
              <a:rPr lang="en-US" altLang="en-US"/>
              <a:pPr>
                <a:defRPr/>
              </a:pPr>
              <a:t>‹#›</a:t>
            </a:fld>
            <a:endParaRPr lang="en-US" altLang="en-US"/>
          </a:p>
        </p:txBody>
      </p:sp>
    </p:spTree>
    <p:extLst>
      <p:ext uri="{BB962C8B-B14F-4D97-AF65-F5344CB8AC3E}">
        <p14:creationId xmlns:p14="http://schemas.microsoft.com/office/powerpoint/2010/main" val="28918233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 Left   2/3 Right">
    <p:spTree>
      <p:nvGrpSpPr>
        <p:cNvPr id="1" name=""/>
        <p:cNvGrpSpPr/>
        <p:nvPr/>
      </p:nvGrpSpPr>
      <p:grpSpPr>
        <a:xfrm>
          <a:off x="0" y="0"/>
          <a:ext cx="0" cy="0"/>
          <a:chOff x="0" y="0"/>
          <a:chExt cx="0" cy="0"/>
        </a:xfrm>
      </p:grpSpPr>
      <p:pic>
        <p:nvPicPr>
          <p:cNvPr id="3" name="Content Placeholder 12" descr="image008">
            <a:extLst>
              <a:ext uri="{FF2B5EF4-FFF2-40B4-BE49-F238E27FC236}">
                <a16:creationId xmlns:a16="http://schemas.microsoft.com/office/drawing/2014/main" id="{C1DC5718-B052-AAEE-E854-7A601235452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10" name="Content Placeholder 9"/>
          <p:cNvSpPr>
            <a:spLocks noGrp="1"/>
          </p:cNvSpPr>
          <p:nvPr>
            <p:ph sz="quarter" idx="15"/>
          </p:nvPr>
        </p:nvSpPr>
        <p:spPr>
          <a:xfrm>
            <a:off x="685800" y="1371600"/>
            <a:ext cx="2895600" cy="5673725"/>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p:cNvSpPr>
            <a:spLocks noGrp="1"/>
          </p:cNvSpPr>
          <p:nvPr>
            <p:ph sz="quarter" idx="16"/>
          </p:nvPr>
        </p:nvSpPr>
        <p:spPr>
          <a:xfrm>
            <a:off x="3849688" y="1371601"/>
            <a:ext cx="5527675" cy="5673724"/>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B8433544-063F-1FBD-43A2-FFB29164CD51}"/>
              </a:ext>
            </a:extLst>
          </p:cNvPr>
          <p:cNvSpPr>
            <a:spLocks noGrp="1"/>
          </p:cNvSpPr>
          <p:nvPr>
            <p:ph type="sldNum" sz="quarter" idx="17"/>
          </p:nvPr>
        </p:nvSpPr>
        <p:spPr/>
        <p:txBody>
          <a:bodyPr/>
          <a:lstStyle>
            <a:lvl1pPr>
              <a:defRPr smtClean="0"/>
            </a:lvl1pPr>
          </a:lstStyle>
          <a:p>
            <a:pPr>
              <a:defRPr/>
            </a:pPr>
            <a:fld id="{B1A842FE-01B2-4B0A-B6EA-BA7B7A9CA37A}" type="slidenum">
              <a:rPr lang="en-US" altLang="en-US"/>
              <a:pPr>
                <a:defRPr/>
              </a:pPr>
              <a:t>‹#›</a:t>
            </a:fld>
            <a:endParaRPr lang="en-US" altLang="en-US"/>
          </a:p>
        </p:txBody>
      </p:sp>
    </p:spTree>
    <p:extLst>
      <p:ext uri="{BB962C8B-B14F-4D97-AF65-F5344CB8AC3E}">
        <p14:creationId xmlns:p14="http://schemas.microsoft.com/office/powerpoint/2010/main" val="22707833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ow 1/3 Left   2/3 Right">
    <p:spTree>
      <p:nvGrpSpPr>
        <p:cNvPr id="1" name=""/>
        <p:cNvGrpSpPr/>
        <p:nvPr/>
      </p:nvGrpSpPr>
      <p:grpSpPr>
        <a:xfrm>
          <a:off x="0" y="0"/>
          <a:ext cx="0" cy="0"/>
          <a:chOff x="0" y="0"/>
          <a:chExt cx="0" cy="0"/>
        </a:xfrm>
      </p:grpSpPr>
      <p:pic>
        <p:nvPicPr>
          <p:cNvPr id="3" name="Content Placeholder 12" descr="image008">
            <a:extLst>
              <a:ext uri="{FF2B5EF4-FFF2-40B4-BE49-F238E27FC236}">
                <a16:creationId xmlns:a16="http://schemas.microsoft.com/office/drawing/2014/main" id="{5166E938-1D05-BE12-5685-FE2DF99E679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10" name="Content Placeholder 9"/>
          <p:cNvSpPr>
            <a:spLocks noGrp="1"/>
          </p:cNvSpPr>
          <p:nvPr>
            <p:ph sz="quarter" idx="15"/>
          </p:nvPr>
        </p:nvSpPr>
        <p:spPr>
          <a:xfrm>
            <a:off x="685800" y="2060574"/>
            <a:ext cx="2895600" cy="498475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p:cNvSpPr>
            <a:spLocks noGrp="1"/>
          </p:cNvSpPr>
          <p:nvPr>
            <p:ph sz="quarter" idx="16"/>
          </p:nvPr>
        </p:nvSpPr>
        <p:spPr>
          <a:xfrm>
            <a:off x="3849688" y="2060575"/>
            <a:ext cx="5527675" cy="498475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6479D4AD-6EFA-304B-7F67-7CAE3FA7EEC2}"/>
              </a:ext>
            </a:extLst>
          </p:cNvPr>
          <p:cNvSpPr>
            <a:spLocks noGrp="1"/>
          </p:cNvSpPr>
          <p:nvPr>
            <p:ph type="sldNum" sz="quarter" idx="17"/>
          </p:nvPr>
        </p:nvSpPr>
        <p:spPr/>
        <p:txBody>
          <a:bodyPr/>
          <a:lstStyle>
            <a:lvl1pPr>
              <a:defRPr smtClean="0"/>
            </a:lvl1pPr>
          </a:lstStyle>
          <a:p>
            <a:pPr>
              <a:defRPr/>
            </a:pPr>
            <a:fld id="{8BC2BE7D-7E97-44DF-A752-10A7588F8253}" type="slidenum">
              <a:rPr lang="en-US" altLang="en-US"/>
              <a:pPr>
                <a:defRPr/>
              </a:pPr>
              <a:t>‹#›</a:t>
            </a:fld>
            <a:endParaRPr lang="en-US" altLang="en-US"/>
          </a:p>
        </p:txBody>
      </p:sp>
    </p:spTree>
    <p:extLst>
      <p:ext uri="{BB962C8B-B14F-4D97-AF65-F5344CB8AC3E}">
        <p14:creationId xmlns:p14="http://schemas.microsoft.com/office/powerpoint/2010/main" val="3973571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d In 1/3 Left   2/3 Right">
    <p:spTree>
      <p:nvGrpSpPr>
        <p:cNvPr id="1" name=""/>
        <p:cNvGrpSpPr/>
        <p:nvPr/>
      </p:nvGrpSpPr>
      <p:grpSpPr>
        <a:xfrm>
          <a:off x="0" y="0"/>
          <a:ext cx="0" cy="0"/>
          <a:chOff x="0" y="0"/>
          <a:chExt cx="0" cy="0"/>
        </a:xfrm>
      </p:grpSpPr>
      <p:pic>
        <p:nvPicPr>
          <p:cNvPr id="3" name="Content Placeholder 12" descr="image008">
            <a:extLst>
              <a:ext uri="{FF2B5EF4-FFF2-40B4-BE49-F238E27FC236}">
                <a16:creationId xmlns:a16="http://schemas.microsoft.com/office/drawing/2014/main" id="{66C210B9-9486-DE5B-2F3E-EEEB03CD9B8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10" name="Content Placeholder 9"/>
          <p:cNvSpPr>
            <a:spLocks noGrp="1"/>
          </p:cNvSpPr>
          <p:nvPr>
            <p:ph sz="quarter" idx="15"/>
          </p:nvPr>
        </p:nvSpPr>
        <p:spPr>
          <a:xfrm>
            <a:off x="685800" y="2060574"/>
            <a:ext cx="2895600" cy="498475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p:cNvSpPr>
            <a:spLocks noGrp="1"/>
          </p:cNvSpPr>
          <p:nvPr>
            <p:ph sz="quarter" idx="16"/>
          </p:nvPr>
        </p:nvSpPr>
        <p:spPr>
          <a:xfrm>
            <a:off x="3849688" y="2060575"/>
            <a:ext cx="5527675" cy="498475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p:cNvSpPr>
            <a:spLocks noGrp="1"/>
          </p:cNvSpPr>
          <p:nvPr>
            <p:ph sz="half" idx="2"/>
          </p:nvPr>
        </p:nvSpPr>
        <p:spPr>
          <a:xfrm>
            <a:off x="691515" y="1371601"/>
            <a:ext cx="8692216" cy="688974"/>
          </a:xfrm>
        </p:spPr>
        <p:txBody>
          <a:bodyPr/>
          <a:lstStyle>
            <a:lvl1pPr>
              <a:lnSpc>
                <a:spcPct val="110000"/>
              </a:lnSpc>
              <a:defRPr>
                <a:latin typeface="+mj-lt"/>
              </a:defRPr>
            </a:lvl1pPr>
            <a:lvl2pPr>
              <a:lnSpc>
                <a:spcPct val="110000"/>
              </a:lnSpc>
              <a:defRPr>
                <a:latin typeface="+mj-lt"/>
              </a:defRPr>
            </a:lvl2pPr>
            <a:lvl3pPr>
              <a:lnSpc>
                <a:spcPct val="110000"/>
              </a:lnSpc>
              <a:defRPr>
                <a:latin typeface="+mj-lt"/>
              </a:defRPr>
            </a:lvl3pPr>
            <a:lvl4pPr>
              <a:lnSpc>
                <a:spcPct val="110000"/>
              </a:lnSpc>
              <a:defRPr>
                <a:latin typeface="+mj-lt"/>
              </a:defRPr>
            </a:lvl4pPr>
            <a:lvl5pPr>
              <a:lnSpc>
                <a:spcPct val="110000"/>
              </a:lnSpc>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72C649BE-94FC-6727-38E7-CB58C0633BB7}"/>
              </a:ext>
            </a:extLst>
          </p:cNvPr>
          <p:cNvSpPr>
            <a:spLocks noGrp="1"/>
          </p:cNvSpPr>
          <p:nvPr>
            <p:ph type="sldNum" sz="quarter" idx="17"/>
          </p:nvPr>
        </p:nvSpPr>
        <p:spPr/>
        <p:txBody>
          <a:bodyPr/>
          <a:lstStyle>
            <a:lvl1pPr>
              <a:defRPr smtClean="0"/>
            </a:lvl1pPr>
          </a:lstStyle>
          <a:p>
            <a:pPr>
              <a:defRPr/>
            </a:pPr>
            <a:fld id="{A23DDD79-04BF-487D-A24E-99255BB5759B}" type="slidenum">
              <a:rPr lang="en-US" altLang="en-US"/>
              <a:pPr>
                <a:defRPr/>
              </a:pPr>
              <a:t>‹#›</a:t>
            </a:fld>
            <a:endParaRPr lang="en-US" altLang="en-US"/>
          </a:p>
        </p:txBody>
      </p:sp>
    </p:spTree>
    <p:extLst>
      <p:ext uri="{BB962C8B-B14F-4D97-AF65-F5344CB8AC3E}">
        <p14:creationId xmlns:p14="http://schemas.microsoft.com/office/powerpoint/2010/main" val="16253457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5" name="Content Placeholder 12" descr="image008">
            <a:extLst>
              <a:ext uri="{FF2B5EF4-FFF2-40B4-BE49-F238E27FC236}">
                <a16:creationId xmlns:a16="http://schemas.microsoft.com/office/drawing/2014/main" id="{9B0CFFCA-7F0E-C56F-2501-1AD3A0B1A1F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lvl1pPr>
              <a:defRPr>
                <a:latin typeface="+mj-lt"/>
              </a:defRPr>
            </a:lvl1pPr>
          </a:lstStyle>
          <a:p>
            <a:r>
              <a:rPr lang="en-US" dirty="0"/>
              <a:t>Click to edit Master title style</a:t>
            </a:r>
          </a:p>
        </p:txBody>
      </p:sp>
      <p:sp>
        <p:nvSpPr>
          <p:cNvPr id="3" name="Content Placeholder 2"/>
          <p:cNvSpPr>
            <a:spLocks noGrp="1"/>
          </p:cNvSpPr>
          <p:nvPr>
            <p:ph sz="half" idx="1"/>
          </p:nvPr>
        </p:nvSpPr>
        <p:spPr>
          <a:xfrm>
            <a:off x="691515" y="1371600"/>
            <a:ext cx="4206240" cy="5673725"/>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160645" y="1371600"/>
            <a:ext cx="4206240" cy="5673725"/>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6">
            <a:extLst>
              <a:ext uri="{FF2B5EF4-FFF2-40B4-BE49-F238E27FC236}">
                <a16:creationId xmlns:a16="http://schemas.microsoft.com/office/drawing/2014/main" id="{56E9500D-BD24-2DDF-F2C1-081E54AAD058}"/>
              </a:ext>
            </a:extLst>
          </p:cNvPr>
          <p:cNvSpPr>
            <a:spLocks noGrp="1"/>
          </p:cNvSpPr>
          <p:nvPr>
            <p:ph type="sldNum" sz="quarter" idx="14"/>
          </p:nvPr>
        </p:nvSpPr>
        <p:spPr/>
        <p:txBody>
          <a:bodyPr/>
          <a:lstStyle>
            <a:lvl1pPr>
              <a:defRPr smtClean="0"/>
            </a:lvl1pPr>
          </a:lstStyle>
          <a:p>
            <a:pPr>
              <a:defRPr/>
            </a:pPr>
            <a:fld id="{C2027A5F-A20B-4367-80FF-1941B44EE993}" type="slidenum">
              <a:rPr lang="en-US" altLang="en-US"/>
              <a:pPr>
                <a:defRPr/>
              </a:pPr>
              <a:t>‹#›</a:t>
            </a:fld>
            <a:endParaRPr lang="en-US" altLang="en-US"/>
          </a:p>
        </p:txBody>
      </p:sp>
    </p:spTree>
    <p:extLst>
      <p:ext uri="{BB962C8B-B14F-4D97-AF65-F5344CB8AC3E}">
        <p14:creationId xmlns:p14="http://schemas.microsoft.com/office/powerpoint/2010/main" val="23673774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Smaller 14 Text">
    <p:spTree>
      <p:nvGrpSpPr>
        <p:cNvPr id="1" name=""/>
        <p:cNvGrpSpPr/>
        <p:nvPr/>
      </p:nvGrpSpPr>
      <p:grpSpPr>
        <a:xfrm>
          <a:off x="0" y="0"/>
          <a:ext cx="0" cy="0"/>
          <a:chOff x="0" y="0"/>
          <a:chExt cx="0" cy="0"/>
        </a:xfrm>
      </p:grpSpPr>
      <p:pic>
        <p:nvPicPr>
          <p:cNvPr id="5" name="Content Placeholder 12" descr="image008">
            <a:extLst>
              <a:ext uri="{FF2B5EF4-FFF2-40B4-BE49-F238E27FC236}">
                <a16:creationId xmlns:a16="http://schemas.microsoft.com/office/drawing/2014/main" id="{DEE406AE-BC6E-72FC-312F-813E88B468F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lvl1pPr>
              <a:defRPr>
                <a:latin typeface="+mj-lt"/>
              </a:defRPr>
            </a:lvl1pPr>
          </a:lstStyle>
          <a:p>
            <a:r>
              <a:rPr lang="en-US" dirty="0"/>
              <a:t>Click to edit Master title style</a:t>
            </a:r>
          </a:p>
        </p:txBody>
      </p:sp>
      <p:sp>
        <p:nvSpPr>
          <p:cNvPr id="3" name="Content Placeholder 2"/>
          <p:cNvSpPr>
            <a:spLocks noGrp="1"/>
          </p:cNvSpPr>
          <p:nvPr>
            <p:ph sz="half" idx="1"/>
          </p:nvPr>
        </p:nvSpPr>
        <p:spPr>
          <a:xfrm>
            <a:off x="691515" y="1371600"/>
            <a:ext cx="4206240" cy="5673725"/>
          </a:xfrm>
        </p:spPr>
        <p:txBody>
          <a:bodyPr/>
          <a:lstStyle>
            <a:lvl1pPr>
              <a:defRPr sz="1400">
                <a:latin typeface="+mj-lt"/>
              </a:defRPr>
            </a:lvl1pPr>
            <a:lvl2pPr>
              <a:defRPr sz="1400">
                <a:latin typeface="+mj-lt"/>
              </a:defRPr>
            </a:lvl2pPr>
            <a:lvl3pPr>
              <a:defRPr sz="1400">
                <a:latin typeface="+mj-lt"/>
              </a:defRPr>
            </a:lvl3pPr>
            <a:lvl4pPr>
              <a:defRPr sz="1200">
                <a:latin typeface="+mj-lt"/>
              </a:defRPr>
            </a:lvl4pPr>
            <a:lvl5pPr>
              <a:defRPr sz="10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160645" y="1371600"/>
            <a:ext cx="4206240" cy="5673725"/>
          </a:xfrm>
        </p:spPr>
        <p:txBody>
          <a:bodyPr/>
          <a:lstStyle>
            <a:lvl1pPr>
              <a:defRPr sz="1400">
                <a:latin typeface="+mj-lt"/>
              </a:defRPr>
            </a:lvl1pPr>
            <a:lvl2pPr>
              <a:defRPr sz="1400">
                <a:latin typeface="+mj-lt"/>
              </a:defRPr>
            </a:lvl2pPr>
            <a:lvl3pPr>
              <a:defRPr sz="1400">
                <a:latin typeface="+mj-lt"/>
              </a:defRPr>
            </a:lvl3pPr>
            <a:lvl4pPr>
              <a:defRPr sz="1200">
                <a:latin typeface="+mj-lt"/>
              </a:defRPr>
            </a:lvl4pPr>
            <a:lvl5pPr>
              <a:defRPr sz="10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6">
            <a:extLst>
              <a:ext uri="{FF2B5EF4-FFF2-40B4-BE49-F238E27FC236}">
                <a16:creationId xmlns:a16="http://schemas.microsoft.com/office/drawing/2014/main" id="{7DFE15D4-E126-BD05-36A9-ABB9830F8B34}"/>
              </a:ext>
            </a:extLst>
          </p:cNvPr>
          <p:cNvSpPr>
            <a:spLocks noGrp="1"/>
          </p:cNvSpPr>
          <p:nvPr>
            <p:ph type="sldNum" sz="quarter" idx="14"/>
          </p:nvPr>
        </p:nvSpPr>
        <p:spPr/>
        <p:txBody>
          <a:bodyPr/>
          <a:lstStyle>
            <a:lvl1pPr>
              <a:defRPr smtClean="0"/>
            </a:lvl1pPr>
          </a:lstStyle>
          <a:p>
            <a:pPr>
              <a:defRPr/>
            </a:pPr>
            <a:fld id="{EAF78CDC-ECB4-46F2-806B-F1C8C7010B30}" type="slidenum">
              <a:rPr lang="en-US" altLang="en-US"/>
              <a:pPr>
                <a:defRPr/>
              </a:pPr>
              <a:t>‹#›</a:t>
            </a:fld>
            <a:endParaRPr lang="en-US" altLang="en-US"/>
          </a:p>
        </p:txBody>
      </p:sp>
    </p:spTree>
    <p:extLst>
      <p:ext uri="{BB962C8B-B14F-4D97-AF65-F5344CB8AC3E}">
        <p14:creationId xmlns:p14="http://schemas.microsoft.com/office/powerpoint/2010/main" val="12709001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Smaller 12 Text">
    <p:spTree>
      <p:nvGrpSpPr>
        <p:cNvPr id="1" name=""/>
        <p:cNvGrpSpPr/>
        <p:nvPr/>
      </p:nvGrpSpPr>
      <p:grpSpPr>
        <a:xfrm>
          <a:off x="0" y="0"/>
          <a:ext cx="0" cy="0"/>
          <a:chOff x="0" y="0"/>
          <a:chExt cx="0" cy="0"/>
        </a:xfrm>
      </p:grpSpPr>
      <p:pic>
        <p:nvPicPr>
          <p:cNvPr id="5" name="Content Placeholder 12" descr="image008">
            <a:extLst>
              <a:ext uri="{FF2B5EF4-FFF2-40B4-BE49-F238E27FC236}">
                <a16:creationId xmlns:a16="http://schemas.microsoft.com/office/drawing/2014/main" id="{3AF1098E-39DA-A811-BBCE-A60842E6F18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lvl1pPr>
              <a:defRPr>
                <a:latin typeface="+mj-lt"/>
              </a:defRPr>
            </a:lvl1pPr>
          </a:lstStyle>
          <a:p>
            <a:r>
              <a:rPr lang="en-US" dirty="0"/>
              <a:t>Click to edit Master title style</a:t>
            </a:r>
          </a:p>
        </p:txBody>
      </p:sp>
      <p:sp>
        <p:nvSpPr>
          <p:cNvPr id="3" name="Content Placeholder 2"/>
          <p:cNvSpPr>
            <a:spLocks noGrp="1"/>
          </p:cNvSpPr>
          <p:nvPr>
            <p:ph sz="half" idx="1"/>
          </p:nvPr>
        </p:nvSpPr>
        <p:spPr>
          <a:xfrm>
            <a:off x="691515" y="1371600"/>
            <a:ext cx="4206240" cy="5673725"/>
          </a:xfrm>
        </p:spPr>
        <p:txBody>
          <a:bodyPr/>
          <a:lstStyle>
            <a:lvl1pPr>
              <a:defRPr sz="1200">
                <a:latin typeface="+mj-lt"/>
              </a:defRPr>
            </a:lvl1pPr>
            <a:lvl2pPr>
              <a:defRPr sz="1200">
                <a:latin typeface="+mj-lt"/>
              </a:defRPr>
            </a:lvl2pPr>
            <a:lvl3pPr>
              <a:spcBef>
                <a:spcPts val="200"/>
              </a:spcBef>
              <a:defRPr sz="1200">
                <a:latin typeface="+mj-lt"/>
              </a:defRPr>
            </a:lvl3pPr>
            <a:lvl4pPr>
              <a:spcBef>
                <a:spcPts val="200"/>
              </a:spcBef>
              <a:defRPr sz="1000">
                <a:latin typeface="+mj-lt"/>
              </a:defRPr>
            </a:lvl4pPr>
            <a:lvl5pPr>
              <a:spcBef>
                <a:spcPts val="20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160645" y="1371600"/>
            <a:ext cx="4206240" cy="5673725"/>
          </a:xfrm>
        </p:spPr>
        <p:txBody>
          <a:bodyPr/>
          <a:lstStyle>
            <a:lvl1pPr>
              <a:defRPr sz="1200">
                <a:latin typeface="+mj-lt"/>
              </a:defRPr>
            </a:lvl1pPr>
            <a:lvl2pPr>
              <a:defRPr sz="1200">
                <a:latin typeface="+mj-lt"/>
              </a:defRPr>
            </a:lvl2pPr>
            <a:lvl3pPr>
              <a:spcBef>
                <a:spcPts val="200"/>
              </a:spcBef>
              <a:defRPr sz="1200">
                <a:latin typeface="+mj-lt"/>
              </a:defRPr>
            </a:lvl3pPr>
            <a:lvl4pPr>
              <a:spcBef>
                <a:spcPts val="200"/>
              </a:spcBef>
              <a:defRPr sz="1000">
                <a:latin typeface="+mj-lt"/>
              </a:defRPr>
            </a:lvl4pPr>
            <a:lvl5pPr>
              <a:spcBef>
                <a:spcPts val="20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6">
            <a:extLst>
              <a:ext uri="{FF2B5EF4-FFF2-40B4-BE49-F238E27FC236}">
                <a16:creationId xmlns:a16="http://schemas.microsoft.com/office/drawing/2014/main" id="{A0947AAB-4F9A-0BE9-DF28-35ADC62A274D}"/>
              </a:ext>
            </a:extLst>
          </p:cNvPr>
          <p:cNvSpPr>
            <a:spLocks noGrp="1"/>
          </p:cNvSpPr>
          <p:nvPr>
            <p:ph type="sldNum" sz="quarter" idx="14"/>
          </p:nvPr>
        </p:nvSpPr>
        <p:spPr/>
        <p:txBody>
          <a:bodyPr/>
          <a:lstStyle>
            <a:lvl1pPr>
              <a:defRPr smtClean="0"/>
            </a:lvl1pPr>
          </a:lstStyle>
          <a:p>
            <a:pPr>
              <a:defRPr/>
            </a:pPr>
            <a:fld id="{F14AED7D-914C-4D88-8FD7-B50A9CF26D94}" type="slidenum">
              <a:rPr lang="en-US" altLang="en-US"/>
              <a:pPr>
                <a:defRPr/>
              </a:pPr>
              <a:t>‹#›</a:t>
            </a:fld>
            <a:endParaRPr lang="en-US" altLang="en-US"/>
          </a:p>
        </p:txBody>
      </p:sp>
    </p:spTree>
    <p:extLst>
      <p:ext uri="{BB962C8B-B14F-4D97-AF65-F5344CB8AC3E}">
        <p14:creationId xmlns:p14="http://schemas.microsoft.com/office/powerpoint/2010/main" val="27516058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ow Two Content">
    <p:spTree>
      <p:nvGrpSpPr>
        <p:cNvPr id="1" name=""/>
        <p:cNvGrpSpPr/>
        <p:nvPr/>
      </p:nvGrpSpPr>
      <p:grpSpPr>
        <a:xfrm>
          <a:off x="0" y="0"/>
          <a:ext cx="0" cy="0"/>
          <a:chOff x="0" y="0"/>
          <a:chExt cx="0" cy="0"/>
        </a:xfrm>
      </p:grpSpPr>
      <p:pic>
        <p:nvPicPr>
          <p:cNvPr id="5" name="Content Placeholder 12" descr="image008">
            <a:extLst>
              <a:ext uri="{FF2B5EF4-FFF2-40B4-BE49-F238E27FC236}">
                <a16:creationId xmlns:a16="http://schemas.microsoft.com/office/drawing/2014/main" id="{4492E200-A15F-9853-8B9C-20EBD6715DF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lvl1pPr>
              <a:defRPr>
                <a:latin typeface="+mj-lt"/>
              </a:defRPr>
            </a:lvl1pPr>
          </a:lstStyle>
          <a:p>
            <a:r>
              <a:rPr lang="en-US" dirty="0"/>
              <a:t>Click to edit Master title style</a:t>
            </a:r>
          </a:p>
        </p:txBody>
      </p:sp>
      <p:sp>
        <p:nvSpPr>
          <p:cNvPr id="3" name="Content Placeholder 2"/>
          <p:cNvSpPr>
            <a:spLocks noGrp="1"/>
          </p:cNvSpPr>
          <p:nvPr>
            <p:ph sz="half" idx="1"/>
          </p:nvPr>
        </p:nvSpPr>
        <p:spPr>
          <a:xfrm>
            <a:off x="691515" y="2060575"/>
            <a:ext cx="4206240" cy="498475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160645" y="2060575"/>
            <a:ext cx="4206240" cy="498475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6">
            <a:extLst>
              <a:ext uri="{FF2B5EF4-FFF2-40B4-BE49-F238E27FC236}">
                <a16:creationId xmlns:a16="http://schemas.microsoft.com/office/drawing/2014/main" id="{925F05FD-ED19-F344-0651-48C02ADBEF6A}"/>
              </a:ext>
            </a:extLst>
          </p:cNvPr>
          <p:cNvSpPr>
            <a:spLocks noGrp="1"/>
          </p:cNvSpPr>
          <p:nvPr>
            <p:ph type="sldNum" sz="quarter" idx="14"/>
          </p:nvPr>
        </p:nvSpPr>
        <p:spPr/>
        <p:txBody>
          <a:bodyPr/>
          <a:lstStyle>
            <a:lvl1pPr>
              <a:defRPr smtClean="0"/>
            </a:lvl1pPr>
          </a:lstStyle>
          <a:p>
            <a:pPr>
              <a:defRPr/>
            </a:pPr>
            <a:fld id="{82AA79A7-E90C-47E5-B4B9-1C6E6EA8168F}" type="slidenum">
              <a:rPr lang="en-US" altLang="en-US"/>
              <a:pPr>
                <a:defRPr/>
              </a:pPr>
              <a:t>‹#›</a:t>
            </a:fld>
            <a:endParaRPr lang="en-US" altLang="en-US"/>
          </a:p>
        </p:txBody>
      </p:sp>
    </p:spTree>
    <p:extLst>
      <p:ext uri="{BB962C8B-B14F-4D97-AF65-F5344CB8AC3E}">
        <p14:creationId xmlns:p14="http://schemas.microsoft.com/office/powerpoint/2010/main" val="21423529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ead In Two Content">
    <p:spTree>
      <p:nvGrpSpPr>
        <p:cNvPr id="1" name=""/>
        <p:cNvGrpSpPr/>
        <p:nvPr/>
      </p:nvGrpSpPr>
      <p:grpSpPr>
        <a:xfrm>
          <a:off x="0" y="0"/>
          <a:ext cx="0" cy="0"/>
          <a:chOff x="0" y="0"/>
          <a:chExt cx="0" cy="0"/>
        </a:xfrm>
      </p:grpSpPr>
      <p:pic>
        <p:nvPicPr>
          <p:cNvPr id="5" name="Content Placeholder 12" descr="image008">
            <a:extLst>
              <a:ext uri="{FF2B5EF4-FFF2-40B4-BE49-F238E27FC236}">
                <a16:creationId xmlns:a16="http://schemas.microsoft.com/office/drawing/2014/main" id="{17CBBFDF-1375-AD9C-DD79-19AB972CCF7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lvl1pPr>
              <a:defRPr>
                <a:latin typeface="+mj-lt"/>
              </a:defRPr>
            </a:lvl1pPr>
          </a:lstStyle>
          <a:p>
            <a:r>
              <a:rPr lang="en-US" dirty="0"/>
              <a:t>Click to edit Master title style</a:t>
            </a:r>
          </a:p>
        </p:txBody>
      </p:sp>
      <p:sp>
        <p:nvSpPr>
          <p:cNvPr id="3" name="Content Placeholder 2"/>
          <p:cNvSpPr>
            <a:spLocks noGrp="1"/>
          </p:cNvSpPr>
          <p:nvPr>
            <p:ph sz="half" idx="1"/>
          </p:nvPr>
        </p:nvSpPr>
        <p:spPr>
          <a:xfrm>
            <a:off x="691515" y="2060575"/>
            <a:ext cx="4206240" cy="498475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160645" y="2060575"/>
            <a:ext cx="4206240" cy="498475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p:cNvSpPr>
            <a:spLocks noGrp="1"/>
          </p:cNvSpPr>
          <p:nvPr>
            <p:ph sz="half" idx="14"/>
          </p:nvPr>
        </p:nvSpPr>
        <p:spPr>
          <a:xfrm>
            <a:off x="691515" y="1371601"/>
            <a:ext cx="8692216" cy="688974"/>
          </a:xfrm>
        </p:spPr>
        <p:txBody>
          <a:bodyPr/>
          <a:lstStyle>
            <a:lvl1pPr>
              <a:lnSpc>
                <a:spcPct val="110000"/>
              </a:lnSpc>
              <a:defRPr>
                <a:latin typeface="+mj-lt"/>
              </a:defRPr>
            </a:lvl1pPr>
            <a:lvl2pPr>
              <a:lnSpc>
                <a:spcPct val="110000"/>
              </a:lnSpc>
              <a:defRPr>
                <a:latin typeface="+mj-lt"/>
              </a:defRPr>
            </a:lvl2pPr>
            <a:lvl3pPr>
              <a:lnSpc>
                <a:spcPct val="110000"/>
              </a:lnSpc>
              <a:defRPr>
                <a:latin typeface="+mj-lt"/>
              </a:defRPr>
            </a:lvl3pPr>
            <a:lvl4pPr>
              <a:lnSpc>
                <a:spcPct val="110000"/>
              </a:lnSpc>
              <a:defRPr>
                <a:latin typeface="+mj-lt"/>
              </a:defRPr>
            </a:lvl4pPr>
            <a:lvl5pPr>
              <a:lnSpc>
                <a:spcPct val="110000"/>
              </a:lnSpc>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6">
            <a:extLst>
              <a:ext uri="{FF2B5EF4-FFF2-40B4-BE49-F238E27FC236}">
                <a16:creationId xmlns:a16="http://schemas.microsoft.com/office/drawing/2014/main" id="{267EC0CE-11FC-8835-ED5A-9B397F163DE9}"/>
              </a:ext>
            </a:extLst>
          </p:cNvPr>
          <p:cNvSpPr>
            <a:spLocks noGrp="1"/>
          </p:cNvSpPr>
          <p:nvPr>
            <p:ph type="sldNum" sz="quarter" idx="15"/>
          </p:nvPr>
        </p:nvSpPr>
        <p:spPr/>
        <p:txBody>
          <a:bodyPr/>
          <a:lstStyle>
            <a:lvl1pPr>
              <a:defRPr smtClean="0"/>
            </a:lvl1pPr>
          </a:lstStyle>
          <a:p>
            <a:pPr>
              <a:defRPr/>
            </a:pPr>
            <a:fld id="{BA23E04D-1838-49CB-98FE-7E5AF9F8F4D6}" type="slidenum">
              <a:rPr lang="en-US" altLang="en-US"/>
              <a:pPr>
                <a:defRPr/>
              </a:pPr>
              <a:t>‹#›</a:t>
            </a:fld>
            <a:endParaRPr lang="en-US" altLang="en-US"/>
          </a:p>
        </p:txBody>
      </p:sp>
    </p:spTree>
    <p:extLst>
      <p:ext uri="{BB962C8B-B14F-4D97-AF65-F5344CB8AC3E}">
        <p14:creationId xmlns:p14="http://schemas.microsoft.com/office/powerpoint/2010/main" val="30586975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ead In Two Content Smaller 14 Text">
    <p:spTree>
      <p:nvGrpSpPr>
        <p:cNvPr id="1" name=""/>
        <p:cNvGrpSpPr/>
        <p:nvPr/>
      </p:nvGrpSpPr>
      <p:grpSpPr>
        <a:xfrm>
          <a:off x="0" y="0"/>
          <a:ext cx="0" cy="0"/>
          <a:chOff x="0" y="0"/>
          <a:chExt cx="0" cy="0"/>
        </a:xfrm>
      </p:grpSpPr>
      <p:pic>
        <p:nvPicPr>
          <p:cNvPr id="5" name="Content Placeholder 12" descr="image008">
            <a:extLst>
              <a:ext uri="{FF2B5EF4-FFF2-40B4-BE49-F238E27FC236}">
                <a16:creationId xmlns:a16="http://schemas.microsoft.com/office/drawing/2014/main" id="{BE44F935-DBF6-47A4-746F-92C507238D8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lvl1pPr>
              <a:defRPr>
                <a:latin typeface="+mj-lt"/>
              </a:defRPr>
            </a:lvl1pPr>
          </a:lstStyle>
          <a:p>
            <a:r>
              <a:rPr lang="en-US" dirty="0"/>
              <a:t>Click to edit Master title style</a:t>
            </a:r>
          </a:p>
        </p:txBody>
      </p:sp>
      <p:sp>
        <p:nvSpPr>
          <p:cNvPr id="3" name="Content Placeholder 2"/>
          <p:cNvSpPr>
            <a:spLocks noGrp="1"/>
          </p:cNvSpPr>
          <p:nvPr>
            <p:ph sz="half" idx="1"/>
          </p:nvPr>
        </p:nvSpPr>
        <p:spPr>
          <a:xfrm>
            <a:off x="691515" y="2060575"/>
            <a:ext cx="4206240" cy="4984750"/>
          </a:xfrm>
        </p:spPr>
        <p:txBody>
          <a:bodyPr/>
          <a:lstStyle>
            <a:lvl1pPr>
              <a:defRPr sz="1400">
                <a:latin typeface="+mj-lt"/>
              </a:defRPr>
            </a:lvl1pPr>
            <a:lvl2pPr>
              <a:defRPr sz="1400">
                <a:latin typeface="+mj-lt"/>
              </a:defRPr>
            </a:lvl2pPr>
            <a:lvl3pPr>
              <a:defRPr sz="1400">
                <a:latin typeface="+mj-lt"/>
              </a:defRPr>
            </a:lvl3pPr>
            <a:lvl4pPr>
              <a:defRPr sz="1200">
                <a:latin typeface="+mj-lt"/>
              </a:defRPr>
            </a:lvl4pPr>
            <a:lvl5pPr>
              <a:defRPr sz="10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160645" y="2060575"/>
            <a:ext cx="4206240" cy="4984750"/>
          </a:xfrm>
        </p:spPr>
        <p:txBody>
          <a:bodyPr/>
          <a:lstStyle>
            <a:lvl1pPr>
              <a:defRPr sz="1400">
                <a:latin typeface="+mj-lt"/>
              </a:defRPr>
            </a:lvl1pPr>
            <a:lvl2pPr>
              <a:defRPr sz="1400">
                <a:latin typeface="+mj-lt"/>
              </a:defRPr>
            </a:lvl2pPr>
            <a:lvl3pPr>
              <a:defRPr sz="1400">
                <a:latin typeface="+mj-lt"/>
              </a:defRPr>
            </a:lvl3pPr>
            <a:lvl4pPr>
              <a:defRPr sz="1200">
                <a:latin typeface="+mj-lt"/>
              </a:defRPr>
            </a:lvl4pPr>
            <a:lvl5pPr>
              <a:defRPr sz="10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p:cNvSpPr>
            <a:spLocks noGrp="1"/>
          </p:cNvSpPr>
          <p:nvPr>
            <p:ph sz="half" idx="14"/>
          </p:nvPr>
        </p:nvSpPr>
        <p:spPr>
          <a:xfrm>
            <a:off x="691515" y="1371601"/>
            <a:ext cx="8692216" cy="688974"/>
          </a:xfrm>
        </p:spPr>
        <p:txBody>
          <a:bodyPr/>
          <a:lstStyle>
            <a:lvl1pPr>
              <a:lnSpc>
                <a:spcPct val="110000"/>
              </a:lnSpc>
              <a:defRPr>
                <a:latin typeface="+mj-lt"/>
              </a:defRPr>
            </a:lvl1pPr>
            <a:lvl2pPr>
              <a:lnSpc>
                <a:spcPct val="110000"/>
              </a:lnSpc>
              <a:defRPr>
                <a:latin typeface="+mj-lt"/>
              </a:defRPr>
            </a:lvl2pPr>
            <a:lvl3pPr>
              <a:lnSpc>
                <a:spcPct val="110000"/>
              </a:lnSpc>
              <a:defRPr>
                <a:latin typeface="+mj-lt"/>
              </a:defRPr>
            </a:lvl3pPr>
            <a:lvl4pPr>
              <a:lnSpc>
                <a:spcPct val="110000"/>
              </a:lnSpc>
              <a:defRPr>
                <a:latin typeface="+mj-lt"/>
              </a:defRPr>
            </a:lvl4pPr>
            <a:lvl5pPr>
              <a:lnSpc>
                <a:spcPct val="110000"/>
              </a:lnSpc>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6">
            <a:extLst>
              <a:ext uri="{FF2B5EF4-FFF2-40B4-BE49-F238E27FC236}">
                <a16:creationId xmlns:a16="http://schemas.microsoft.com/office/drawing/2014/main" id="{443498BF-062C-85E6-D0E2-2A3D8C71946B}"/>
              </a:ext>
            </a:extLst>
          </p:cNvPr>
          <p:cNvSpPr>
            <a:spLocks noGrp="1"/>
          </p:cNvSpPr>
          <p:nvPr>
            <p:ph type="sldNum" sz="quarter" idx="15"/>
          </p:nvPr>
        </p:nvSpPr>
        <p:spPr/>
        <p:txBody>
          <a:bodyPr/>
          <a:lstStyle>
            <a:lvl1pPr>
              <a:defRPr smtClean="0"/>
            </a:lvl1pPr>
          </a:lstStyle>
          <a:p>
            <a:pPr>
              <a:defRPr/>
            </a:pPr>
            <a:fld id="{E2928CBC-0CA3-43F6-B663-22F881F9B496}" type="slidenum">
              <a:rPr lang="en-US" altLang="en-US"/>
              <a:pPr>
                <a:defRPr/>
              </a:pPr>
              <a:t>‹#›</a:t>
            </a:fld>
            <a:endParaRPr lang="en-US" altLang="en-US"/>
          </a:p>
        </p:txBody>
      </p:sp>
    </p:spTree>
    <p:extLst>
      <p:ext uri="{BB962C8B-B14F-4D97-AF65-F5344CB8AC3E}">
        <p14:creationId xmlns:p14="http://schemas.microsoft.com/office/powerpoint/2010/main" val="14735409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ead In Low Three Content">
    <p:spTree>
      <p:nvGrpSpPr>
        <p:cNvPr id="1" name=""/>
        <p:cNvGrpSpPr/>
        <p:nvPr/>
      </p:nvGrpSpPr>
      <p:grpSpPr>
        <a:xfrm>
          <a:off x="0" y="0"/>
          <a:ext cx="0" cy="0"/>
          <a:chOff x="0" y="0"/>
          <a:chExt cx="0" cy="0"/>
        </a:xfrm>
      </p:grpSpPr>
      <p:pic>
        <p:nvPicPr>
          <p:cNvPr id="5" name="Content Placeholder 12" descr="image008">
            <a:extLst>
              <a:ext uri="{FF2B5EF4-FFF2-40B4-BE49-F238E27FC236}">
                <a16:creationId xmlns:a16="http://schemas.microsoft.com/office/drawing/2014/main" id="{1355B39B-14E0-21AC-A6D5-BD68EC004EE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lvl1pPr>
              <a:defRPr>
                <a:latin typeface="+mj-lt"/>
              </a:defRPr>
            </a:lvl1pPr>
          </a:lstStyle>
          <a:p>
            <a:r>
              <a:rPr lang="en-US" dirty="0"/>
              <a:t>Click to edit Master title style</a:t>
            </a:r>
          </a:p>
        </p:txBody>
      </p:sp>
      <p:sp>
        <p:nvSpPr>
          <p:cNvPr id="3" name="Content Placeholder 2"/>
          <p:cNvSpPr>
            <a:spLocks noGrp="1"/>
          </p:cNvSpPr>
          <p:nvPr>
            <p:ph sz="half" idx="1"/>
          </p:nvPr>
        </p:nvSpPr>
        <p:spPr>
          <a:xfrm>
            <a:off x="691515" y="2060575"/>
            <a:ext cx="2715768" cy="4984750"/>
          </a:xfrm>
        </p:spPr>
        <p:txBody>
          <a:bodyPr/>
          <a:lstStyle>
            <a:lvl1pPr>
              <a:defRPr sz="1400">
                <a:latin typeface="+mj-lt"/>
              </a:defRPr>
            </a:lvl1pPr>
            <a:lvl2pPr>
              <a:defRPr sz="1400">
                <a:latin typeface="+mj-lt"/>
              </a:defRPr>
            </a:lvl2pPr>
            <a:lvl3pPr>
              <a:defRPr sz="1400">
                <a:latin typeface="+mj-lt"/>
              </a:defRPr>
            </a:lvl3pPr>
            <a:lvl4pPr>
              <a:defRPr sz="1200">
                <a:latin typeface="+mj-lt"/>
              </a:defRPr>
            </a:lvl4pPr>
            <a:lvl5pPr>
              <a:defRPr sz="10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3670403" y="2060575"/>
            <a:ext cx="2715768" cy="4984750"/>
          </a:xfrm>
        </p:spPr>
        <p:txBody>
          <a:bodyPr/>
          <a:lstStyle>
            <a:lvl1pPr>
              <a:defRPr sz="1400">
                <a:latin typeface="+mj-lt"/>
              </a:defRPr>
            </a:lvl1pPr>
            <a:lvl2pPr>
              <a:defRPr sz="1400">
                <a:latin typeface="+mj-lt"/>
              </a:defRPr>
            </a:lvl2pPr>
            <a:lvl3pPr>
              <a:defRPr sz="1400">
                <a:latin typeface="+mj-lt"/>
              </a:defRPr>
            </a:lvl3pPr>
            <a:lvl4pPr>
              <a:defRPr sz="1200">
                <a:latin typeface="+mj-lt"/>
              </a:defRPr>
            </a:lvl4pPr>
            <a:lvl5pPr>
              <a:defRPr sz="10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p:cNvSpPr>
            <a:spLocks noGrp="1"/>
          </p:cNvSpPr>
          <p:nvPr>
            <p:ph sz="half" idx="14"/>
          </p:nvPr>
        </p:nvSpPr>
        <p:spPr>
          <a:xfrm>
            <a:off x="6649292" y="2060575"/>
            <a:ext cx="2715768" cy="4984750"/>
          </a:xfrm>
        </p:spPr>
        <p:txBody>
          <a:bodyPr/>
          <a:lstStyle>
            <a:lvl1pPr>
              <a:defRPr sz="1400">
                <a:latin typeface="+mj-lt"/>
              </a:defRPr>
            </a:lvl1pPr>
            <a:lvl2pPr>
              <a:defRPr sz="1400">
                <a:latin typeface="+mj-lt"/>
              </a:defRPr>
            </a:lvl2pPr>
            <a:lvl3pPr>
              <a:defRPr sz="1400">
                <a:latin typeface="+mj-lt"/>
              </a:defRPr>
            </a:lvl3pPr>
            <a:lvl4pPr>
              <a:defRPr sz="1200">
                <a:latin typeface="+mj-lt"/>
              </a:defRPr>
            </a:lvl4pPr>
            <a:lvl5pPr>
              <a:defRPr sz="10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5"/>
          </p:nvPr>
        </p:nvSpPr>
        <p:spPr>
          <a:xfrm>
            <a:off x="691515" y="1371601"/>
            <a:ext cx="8692216" cy="688974"/>
          </a:xfrm>
        </p:spPr>
        <p:txBody>
          <a:bodyPr/>
          <a:lstStyle>
            <a:lvl1pPr>
              <a:lnSpc>
                <a:spcPct val="110000"/>
              </a:lnSpc>
              <a:defRPr>
                <a:latin typeface="+mj-lt"/>
              </a:defRPr>
            </a:lvl1pPr>
            <a:lvl2pPr>
              <a:lnSpc>
                <a:spcPct val="110000"/>
              </a:lnSpc>
              <a:defRPr>
                <a:latin typeface="+mj-lt"/>
              </a:defRPr>
            </a:lvl2pPr>
            <a:lvl3pPr>
              <a:lnSpc>
                <a:spcPct val="110000"/>
              </a:lnSpc>
              <a:defRPr>
                <a:latin typeface="+mj-lt"/>
              </a:defRPr>
            </a:lvl3pPr>
            <a:lvl4pPr>
              <a:lnSpc>
                <a:spcPct val="110000"/>
              </a:lnSpc>
              <a:defRPr>
                <a:latin typeface="+mj-lt"/>
              </a:defRPr>
            </a:lvl4pPr>
            <a:lvl5pPr>
              <a:lnSpc>
                <a:spcPct val="110000"/>
              </a:lnSpc>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6">
            <a:extLst>
              <a:ext uri="{FF2B5EF4-FFF2-40B4-BE49-F238E27FC236}">
                <a16:creationId xmlns:a16="http://schemas.microsoft.com/office/drawing/2014/main" id="{84A5FD49-EDAE-CEE6-0212-FD4821404974}"/>
              </a:ext>
            </a:extLst>
          </p:cNvPr>
          <p:cNvSpPr>
            <a:spLocks noGrp="1"/>
          </p:cNvSpPr>
          <p:nvPr>
            <p:ph type="sldNum" sz="quarter" idx="16"/>
          </p:nvPr>
        </p:nvSpPr>
        <p:spPr/>
        <p:txBody>
          <a:bodyPr/>
          <a:lstStyle>
            <a:lvl1pPr>
              <a:defRPr smtClean="0"/>
            </a:lvl1pPr>
          </a:lstStyle>
          <a:p>
            <a:pPr>
              <a:defRPr/>
            </a:pPr>
            <a:fld id="{AC849123-4816-4720-9E89-DC0A723A120B}" type="slidenum">
              <a:rPr lang="en-US" altLang="en-US"/>
              <a:pPr>
                <a:defRPr/>
              </a:pPr>
              <a:t>‹#›</a:t>
            </a:fld>
            <a:endParaRPr lang="en-US" altLang="en-US"/>
          </a:p>
        </p:txBody>
      </p:sp>
    </p:spTree>
    <p:extLst>
      <p:ext uri="{BB962C8B-B14F-4D97-AF65-F5344CB8AC3E}">
        <p14:creationId xmlns:p14="http://schemas.microsoft.com/office/powerpoint/2010/main" val="26192461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pic>
        <p:nvPicPr>
          <p:cNvPr id="5" name="Content Placeholder 12" descr="image008">
            <a:extLst>
              <a:ext uri="{FF2B5EF4-FFF2-40B4-BE49-F238E27FC236}">
                <a16:creationId xmlns:a16="http://schemas.microsoft.com/office/drawing/2014/main" id="{A5B8C08F-53DE-1FF9-05A1-392DBE06D7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lvl1pPr>
              <a:defRPr>
                <a:latin typeface="+mj-lt"/>
              </a:defRPr>
            </a:lvl1pPr>
          </a:lstStyle>
          <a:p>
            <a:r>
              <a:rPr lang="en-US" dirty="0"/>
              <a:t>Click to edit Master title style</a:t>
            </a:r>
          </a:p>
        </p:txBody>
      </p:sp>
      <p:sp>
        <p:nvSpPr>
          <p:cNvPr id="3" name="Content Placeholder 2"/>
          <p:cNvSpPr>
            <a:spLocks noGrp="1"/>
          </p:cNvSpPr>
          <p:nvPr>
            <p:ph sz="half" idx="1"/>
          </p:nvPr>
        </p:nvSpPr>
        <p:spPr>
          <a:xfrm>
            <a:off x="691515" y="1374005"/>
            <a:ext cx="4206240" cy="2832870"/>
          </a:xfrm>
        </p:spPr>
        <p:txBody>
          <a:bodyPr/>
          <a:lstStyle>
            <a:lvl1pPr>
              <a:defRPr sz="1400">
                <a:latin typeface="+mj-lt"/>
              </a:defRPr>
            </a:lvl1pPr>
            <a:lvl2pPr>
              <a:spcBef>
                <a:spcPts val="200"/>
              </a:spcBef>
              <a:defRPr sz="1400">
                <a:latin typeface="+mj-lt"/>
              </a:defRPr>
            </a:lvl2pPr>
            <a:lvl3pPr>
              <a:spcBef>
                <a:spcPts val="200"/>
              </a:spcBef>
              <a:defRPr sz="1400">
                <a:latin typeface="+mj-lt"/>
              </a:defRPr>
            </a:lvl3pPr>
            <a:lvl4pPr>
              <a:spcBef>
                <a:spcPts val="200"/>
              </a:spcBef>
              <a:defRPr sz="1200">
                <a:latin typeface="+mj-lt"/>
              </a:defRPr>
            </a:lvl4pPr>
            <a:lvl5pPr>
              <a:spcBef>
                <a:spcPts val="200"/>
              </a:spcBef>
              <a:defRPr sz="10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160645" y="1374005"/>
            <a:ext cx="4206240" cy="2832870"/>
          </a:xfrm>
        </p:spPr>
        <p:txBody>
          <a:bodyPr/>
          <a:lstStyle>
            <a:lvl1pPr>
              <a:defRPr sz="1400">
                <a:latin typeface="+mj-lt"/>
              </a:defRPr>
            </a:lvl1pPr>
            <a:lvl2pPr>
              <a:spcBef>
                <a:spcPts val="200"/>
              </a:spcBef>
              <a:defRPr sz="1400">
                <a:latin typeface="+mj-lt"/>
              </a:defRPr>
            </a:lvl2pPr>
            <a:lvl3pPr>
              <a:spcBef>
                <a:spcPts val="200"/>
              </a:spcBef>
              <a:defRPr sz="1400">
                <a:latin typeface="+mj-lt"/>
              </a:defRPr>
            </a:lvl3pPr>
            <a:lvl4pPr>
              <a:spcBef>
                <a:spcPts val="200"/>
              </a:spcBef>
              <a:defRPr sz="1200">
                <a:latin typeface="+mj-lt"/>
              </a:defRPr>
            </a:lvl4pPr>
            <a:lvl5pPr>
              <a:spcBef>
                <a:spcPts val="200"/>
              </a:spcBef>
              <a:defRPr sz="10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half" idx="14"/>
          </p:nvPr>
        </p:nvSpPr>
        <p:spPr>
          <a:xfrm>
            <a:off x="692785" y="4210685"/>
            <a:ext cx="4206240" cy="2834640"/>
          </a:xfrm>
        </p:spPr>
        <p:txBody>
          <a:bodyPr/>
          <a:lstStyle>
            <a:lvl1pPr>
              <a:defRPr sz="1400">
                <a:latin typeface="+mj-lt"/>
              </a:defRPr>
            </a:lvl1pPr>
            <a:lvl2pPr>
              <a:spcBef>
                <a:spcPts val="200"/>
              </a:spcBef>
              <a:defRPr sz="1400">
                <a:latin typeface="+mj-lt"/>
              </a:defRPr>
            </a:lvl2pPr>
            <a:lvl3pPr>
              <a:spcBef>
                <a:spcPts val="200"/>
              </a:spcBef>
              <a:defRPr sz="1400">
                <a:latin typeface="+mj-lt"/>
              </a:defRPr>
            </a:lvl3pPr>
            <a:lvl4pPr>
              <a:spcBef>
                <a:spcPts val="200"/>
              </a:spcBef>
              <a:defRPr sz="1200">
                <a:latin typeface="+mj-lt"/>
              </a:defRPr>
            </a:lvl4pPr>
            <a:lvl5pPr>
              <a:spcBef>
                <a:spcPts val="200"/>
              </a:spcBef>
              <a:defRPr sz="10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15"/>
          </p:nvPr>
        </p:nvSpPr>
        <p:spPr>
          <a:xfrm>
            <a:off x="5161915" y="4210685"/>
            <a:ext cx="4206240" cy="2834640"/>
          </a:xfrm>
        </p:spPr>
        <p:txBody>
          <a:bodyPr/>
          <a:lstStyle>
            <a:lvl1pPr>
              <a:defRPr sz="1400">
                <a:latin typeface="+mj-lt"/>
              </a:defRPr>
            </a:lvl1pPr>
            <a:lvl2pPr>
              <a:spcBef>
                <a:spcPts val="200"/>
              </a:spcBef>
              <a:defRPr sz="1400">
                <a:latin typeface="+mj-lt"/>
              </a:defRPr>
            </a:lvl2pPr>
            <a:lvl3pPr>
              <a:spcBef>
                <a:spcPts val="200"/>
              </a:spcBef>
              <a:defRPr sz="1400">
                <a:latin typeface="+mj-lt"/>
              </a:defRPr>
            </a:lvl3pPr>
            <a:lvl4pPr>
              <a:spcBef>
                <a:spcPts val="200"/>
              </a:spcBef>
              <a:defRPr sz="1200">
                <a:latin typeface="+mj-lt"/>
              </a:defRPr>
            </a:lvl4pPr>
            <a:lvl5pPr>
              <a:spcBef>
                <a:spcPts val="200"/>
              </a:spcBef>
              <a:defRPr sz="10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6">
            <a:extLst>
              <a:ext uri="{FF2B5EF4-FFF2-40B4-BE49-F238E27FC236}">
                <a16:creationId xmlns:a16="http://schemas.microsoft.com/office/drawing/2014/main" id="{183D45B6-7BC3-D8FF-CCCB-F54BF72BBAD3}"/>
              </a:ext>
            </a:extLst>
          </p:cNvPr>
          <p:cNvSpPr>
            <a:spLocks noGrp="1"/>
          </p:cNvSpPr>
          <p:nvPr>
            <p:ph type="sldNum" sz="quarter" idx="16"/>
          </p:nvPr>
        </p:nvSpPr>
        <p:spPr/>
        <p:txBody>
          <a:bodyPr/>
          <a:lstStyle>
            <a:lvl1pPr>
              <a:defRPr smtClean="0"/>
            </a:lvl1pPr>
          </a:lstStyle>
          <a:p>
            <a:pPr>
              <a:defRPr/>
            </a:pPr>
            <a:fld id="{522D507B-3EA3-45F9-AE9A-9B71660B4087}" type="slidenum">
              <a:rPr lang="en-US" altLang="en-US"/>
              <a:pPr>
                <a:defRPr/>
              </a:pPr>
              <a:t>‹#›</a:t>
            </a:fld>
            <a:endParaRPr lang="en-US" altLang="en-US"/>
          </a:p>
        </p:txBody>
      </p:sp>
    </p:spTree>
    <p:extLst>
      <p:ext uri="{BB962C8B-B14F-4D97-AF65-F5344CB8AC3E}">
        <p14:creationId xmlns:p14="http://schemas.microsoft.com/office/powerpoint/2010/main" val="7065235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Header Text Only">
    <p:spTree>
      <p:nvGrpSpPr>
        <p:cNvPr id="1" name=""/>
        <p:cNvGrpSpPr/>
        <p:nvPr/>
      </p:nvGrpSpPr>
      <p:grpSpPr>
        <a:xfrm>
          <a:off x="0" y="0"/>
          <a:ext cx="0" cy="0"/>
          <a:chOff x="0" y="0"/>
          <a:chExt cx="0" cy="0"/>
        </a:xfrm>
      </p:grpSpPr>
      <p:pic>
        <p:nvPicPr>
          <p:cNvPr id="3" name="Content Placeholder 12" descr="image008">
            <a:extLst>
              <a:ext uri="{FF2B5EF4-FFF2-40B4-BE49-F238E27FC236}">
                <a16:creationId xmlns:a16="http://schemas.microsoft.com/office/drawing/2014/main" id="{CDD03AF1-FD83-E954-6F0C-4B58E3793B3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0" y="2407923"/>
            <a:ext cx="10058400" cy="2743200"/>
          </a:xfrm>
          <a:solidFill>
            <a:schemeClr val="tx2">
              <a:alpha val="85000"/>
            </a:schemeClr>
          </a:solidFill>
        </p:spPr>
        <p:txBody>
          <a:bodyPr lIns="685800" rIns="685800" anchor="ctr" anchorCtr="1"/>
          <a:lstStyle>
            <a:lvl1pPr>
              <a:defRPr sz="2800">
                <a:solidFill>
                  <a:schemeClr val="bg1"/>
                </a:solidFill>
                <a:latin typeface="+mj-lt"/>
              </a:defRPr>
            </a:lvl1pPr>
          </a:lstStyle>
          <a:p>
            <a:r>
              <a:rPr lang="en-US" dirty="0"/>
              <a:t>Click to edit Master title style</a:t>
            </a:r>
          </a:p>
        </p:txBody>
      </p:sp>
      <p:sp>
        <p:nvSpPr>
          <p:cNvPr id="4" name="Slide Number Placeholder 5">
            <a:extLst>
              <a:ext uri="{FF2B5EF4-FFF2-40B4-BE49-F238E27FC236}">
                <a16:creationId xmlns:a16="http://schemas.microsoft.com/office/drawing/2014/main" id="{AB83AC5C-2A8B-1534-B0ED-E1E48B9D8BFF}"/>
              </a:ext>
            </a:extLst>
          </p:cNvPr>
          <p:cNvSpPr>
            <a:spLocks noGrp="1"/>
          </p:cNvSpPr>
          <p:nvPr>
            <p:ph type="sldNum" sz="quarter" idx="10"/>
          </p:nvPr>
        </p:nvSpPr>
        <p:spPr/>
        <p:txBody>
          <a:bodyPr/>
          <a:lstStyle>
            <a:lvl1pPr>
              <a:defRPr smtClean="0"/>
            </a:lvl1pPr>
          </a:lstStyle>
          <a:p>
            <a:pPr>
              <a:defRPr/>
            </a:pPr>
            <a:fld id="{3A6B9D95-DF75-4233-8104-76F00C2727E3}" type="slidenum">
              <a:rPr lang="en-US" altLang="en-US"/>
              <a:pPr>
                <a:defRPr/>
              </a:pPr>
              <a:t>‹#›</a:t>
            </a:fld>
            <a:endParaRPr lang="en-US" altLang="en-US"/>
          </a:p>
        </p:txBody>
      </p:sp>
    </p:spTree>
    <p:extLst>
      <p:ext uri="{BB962C8B-B14F-4D97-AF65-F5344CB8AC3E}">
        <p14:creationId xmlns:p14="http://schemas.microsoft.com/office/powerpoint/2010/main" val="9359539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1A6B38-CAA9-D229-3E55-6163269945EA}"/>
              </a:ext>
            </a:extLst>
          </p:cNvPr>
          <p:cNvSpPr/>
          <p:nvPr userDrawn="1"/>
        </p:nvSpPr>
        <p:spPr>
          <a:xfrm>
            <a:off x="0" y="690563"/>
            <a:ext cx="7132638" cy="61261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anchor="ctr"/>
          <a:lstStyle/>
          <a:p>
            <a:pPr defTabSz="1018824" eaLnBrk="1" fontAlgn="auto" hangingPunct="1">
              <a:spcBef>
                <a:spcPts val="0"/>
              </a:spcBef>
              <a:spcAft>
                <a:spcPts val="0"/>
              </a:spcAft>
              <a:defRPr/>
            </a:pPr>
            <a:r>
              <a:rPr lang="en-US" sz="2006" dirty="0">
                <a:solidFill>
                  <a:srgbClr val="FF0000"/>
                </a:solidFill>
                <a:latin typeface="+mj-lt"/>
              </a:rPr>
              <a:t>INSERT IMAGE</a:t>
            </a:r>
          </a:p>
        </p:txBody>
      </p:sp>
      <p:pic>
        <p:nvPicPr>
          <p:cNvPr id="4" name="Content Placeholder 12" descr="image008">
            <a:extLst>
              <a:ext uri="{FF2B5EF4-FFF2-40B4-BE49-F238E27FC236}">
                <a16:creationId xmlns:a16="http://schemas.microsoft.com/office/drawing/2014/main" id="{AE8E2B86-1452-1C11-205D-88991F25B23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3246120" y="2407923"/>
            <a:ext cx="6812280" cy="2743200"/>
          </a:xfrm>
          <a:solidFill>
            <a:schemeClr val="tx2">
              <a:alpha val="85000"/>
            </a:schemeClr>
          </a:solidFill>
        </p:spPr>
        <p:txBody>
          <a:bodyPr lIns="365760" rIns="640080" anchor="ctr"/>
          <a:lstStyle>
            <a:lvl1pPr>
              <a:defRPr sz="2800">
                <a:solidFill>
                  <a:schemeClr val="bg1"/>
                </a:solidFill>
                <a:latin typeface="+mj-lt"/>
              </a:defRPr>
            </a:lvl1pPr>
          </a:lstStyle>
          <a:p>
            <a:r>
              <a:rPr lang="en-US" dirty="0"/>
              <a:t>Click to edit Master title style</a:t>
            </a:r>
          </a:p>
        </p:txBody>
      </p:sp>
      <p:sp>
        <p:nvSpPr>
          <p:cNvPr id="5" name="Slide Number Placeholder 5">
            <a:extLst>
              <a:ext uri="{FF2B5EF4-FFF2-40B4-BE49-F238E27FC236}">
                <a16:creationId xmlns:a16="http://schemas.microsoft.com/office/drawing/2014/main" id="{9AFABDDD-0246-7786-EE08-36A3AE4914AE}"/>
              </a:ext>
            </a:extLst>
          </p:cNvPr>
          <p:cNvSpPr>
            <a:spLocks noGrp="1"/>
          </p:cNvSpPr>
          <p:nvPr>
            <p:ph type="sldNum" sz="quarter" idx="10"/>
          </p:nvPr>
        </p:nvSpPr>
        <p:spPr/>
        <p:txBody>
          <a:bodyPr/>
          <a:lstStyle>
            <a:lvl1pPr>
              <a:defRPr smtClean="0"/>
            </a:lvl1pPr>
          </a:lstStyle>
          <a:p>
            <a:pPr>
              <a:defRPr/>
            </a:pPr>
            <a:fld id="{D9CD4AD6-CBC4-4C79-9A30-95581C539F58}" type="slidenum">
              <a:rPr lang="en-US" altLang="en-US"/>
              <a:pPr>
                <a:defRPr/>
              </a:pPr>
              <a:t>‹#›</a:t>
            </a:fld>
            <a:endParaRPr lang="en-US" altLang="en-US"/>
          </a:p>
        </p:txBody>
      </p:sp>
    </p:spTree>
    <p:extLst>
      <p:ext uri="{BB962C8B-B14F-4D97-AF65-F5344CB8AC3E}">
        <p14:creationId xmlns:p14="http://schemas.microsoft.com/office/powerpoint/2010/main" val="8436091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ote No Imag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16B5D-A5F5-7A6F-3E21-6276BEF70EAF}"/>
              </a:ext>
            </a:extLst>
          </p:cNvPr>
          <p:cNvSpPr/>
          <p:nvPr userDrawn="1"/>
        </p:nvSpPr>
        <p:spPr>
          <a:xfrm>
            <a:off x="2382838" y="3105150"/>
            <a:ext cx="457200" cy="1371600"/>
          </a:xfrm>
          <a:prstGeom prst="rect">
            <a:avLst/>
          </a:prstGeom>
          <a:noFill/>
        </p:spPr>
        <p:txBody>
          <a:bodyPr lIns="0" tIns="0" rIns="0" bIns="457200"/>
          <a:lstStyle/>
          <a:p>
            <a:pPr algn="ctr" defTabSz="1018824" eaLnBrk="1" fontAlgn="auto" hangingPunct="1">
              <a:spcBef>
                <a:spcPts val="0"/>
              </a:spcBef>
              <a:spcAft>
                <a:spcPts val="0"/>
              </a:spcAft>
              <a:defRPr/>
            </a:pPr>
            <a:r>
              <a:rPr lang="en-US" sz="6600" dirty="0">
                <a:ln w="0"/>
                <a:solidFill>
                  <a:srgbClr val="B9D6D4"/>
                </a:solidFill>
                <a:effectLst>
                  <a:outerShdw blurRad="38100" dist="25400" dir="5400000" algn="ctr" rotWithShape="0">
                    <a:srgbClr val="6E747A">
                      <a:alpha val="43000"/>
                    </a:srgbClr>
                  </a:outerShdw>
                </a:effectLst>
                <a:latin typeface="Times New Roman MT Extra Bold" charset="0"/>
                <a:ea typeface="Times New Roman MT Extra Bold" charset="0"/>
                <a:cs typeface="Times New Roman MT Extra Bold" charset="0"/>
              </a:rPr>
              <a:t>“</a:t>
            </a:r>
          </a:p>
        </p:txBody>
      </p:sp>
      <p:cxnSp>
        <p:nvCxnSpPr>
          <p:cNvPr id="6" name="Straight Connector 5">
            <a:extLst>
              <a:ext uri="{FF2B5EF4-FFF2-40B4-BE49-F238E27FC236}">
                <a16:creationId xmlns:a16="http://schemas.microsoft.com/office/drawing/2014/main" id="{AD169445-AC3E-C85B-3A70-9EB9F6FE634D}"/>
              </a:ext>
            </a:extLst>
          </p:cNvPr>
          <p:cNvCxnSpPr/>
          <p:nvPr userDrawn="1"/>
        </p:nvCxnSpPr>
        <p:spPr>
          <a:xfrm flipH="1">
            <a:off x="2382838" y="3103563"/>
            <a:ext cx="5303837" cy="1587"/>
          </a:xfrm>
          <a:prstGeom prst="line">
            <a:avLst/>
          </a:prstGeom>
          <a:ln w="15875">
            <a:solidFill>
              <a:srgbClr val="929292"/>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6AA6491-7FF1-1D98-4001-672477D77BC3}"/>
              </a:ext>
            </a:extLst>
          </p:cNvPr>
          <p:cNvCxnSpPr/>
          <p:nvPr userDrawn="1"/>
        </p:nvCxnSpPr>
        <p:spPr>
          <a:xfrm flipH="1">
            <a:off x="2382838" y="4481513"/>
            <a:ext cx="5303837" cy="3175"/>
          </a:xfrm>
          <a:prstGeom prst="line">
            <a:avLst/>
          </a:prstGeom>
          <a:ln w="15875">
            <a:solidFill>
              <a:srgbClr val="929292"/>
            </a:solidFill>
            <a:prstDash val="sysDot"/>
            <a:round/>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9B057F7-D9B4-CA77-F8C1-FFFAF8CAC0BF}"/>
              </a:ext>
            </a:extLst>
          </p:cNvPr>
          <p:cNvSpPr/>
          <p:nvPr userDrawn="1"/>
        </p:nvSpPr>
        <p:spPr>
          <a:xfrm rot="10800000">
            <a:off x="7229475" y="3105150"/>
            <a:ext cx="457200" cy="1371600"/>
          </a:xfrm>
          <a:prstGeom prst="rect">
            <a:avLst/>
          </a:prstGeom>
          <a:noFill/>
        </p:spPr>
        <p:txBody>
          <a:bodyPr lIns="0" tIns="0" rIns="0" bIns="457200"/>
          <a:lstStyle/>
          <a:p>
            <a:pPr algn="ctr" defTabSz="1018824" eaLnBrk="1" fontAlgn="auto" hangingPunct="1">
              <a:spcBef>
                <a:spcPts val="0"/>
              </a:spcBef>
              <a:spcAft>
                <a:spcPts val="0"/>
              </a:spcAft>
              <a:defRPr/>
            </a:pPr>
            <a:r>
              <a:rPr lang="en-US" sz="6600" dirty="0">
                <a:ln w="0"/>
                <a:solidFill>
                  <a:srgbClr val="B9D6D4"/>
                </a:solidFill>
                <a:effectLst>
                  <a:outerShdw blurRad="38100" dist="25400" dir="5400000" algn="ctr" rotWithShape="0">
                    <a:srgbClr val="6E747A">
                      <a:alpha val="43000"/>
                    </a:srgbClr>
                  </a:outerShdw>
                </a:effectLst>
                <a:latin typeface="Times New Roman MT Extra Bold" charset="0"/>
                <a:ea typeface="Times New Roman MT Extra Bold" charset="0"/>
                <a:cs typeface="Times New Roman MT Extra Bold" charset="0"/>
              </a:rPr>
              <a:t>“</a:t>
            </a:r>
          </a:p>
        </p:txBody>
      </p:sp>
      <p:pic>
        <p:nvPicPr>
          <p:cNvPr id="9" name="Content Placeholder 12" descr="image008">
            <a:extLst>
              <a:ext uri="{FF2B5EF4-FFF2-40B4-BE49-F238E27FC236}">
                <a16:creationId xmlns:a16="http://schemas.microsoft.com/office/drawing/2014/main" id="{156744E4-3188-54D9-552A-25B32C34E6A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p>
            <a:r>
              <a:rPr lang="en-US" dirty="0"/>
              <a:t>Click to edit Master title style</a:t>
            </a:r>
          </a:p>
        </p:txBody>
      </p:sp>
      <p:sp>
        <p:nvSpPr>
          <p:cNvPr id="3" name="Content Placeholder 2"/>
          <p:cNvSpPr>
            <a:spLocks noGrp="1"/>
          </p:cNvSpPr>
          <p:nvPr>
            <p:ph sz="half" idx="1"/>
          </p:nvPr>
        </p:nvSpPr>
        <p:spPr>
          <a:xfrm>
            <a:off x="2382488" y="2510943"/>
            <a:ext cx="5303520" cy="584719"/>
          </a:xfrm>
        </p:spPr>
        <p:txBody>
          <a:bodyPr bIns="18288" anchor="b" anchorCtr="1"/>
          <a:lstStyle>
            <a:lvl1pPr algn="ctr">
              <a:defRPr sz="1400" cap="all" spc="300" baseline="0">
                <a:solidFill>
                  <a:schemeClr val="accent2"/>
                </a:solidFill>
                <a:latin typeface="+mn-lt"/>
              </a:defRPr>
            </a:lvl1pPr>
          </a:lstStyle>
          <a:p>
            <a:pPr lvl="0"/>
            <a:r>
              <a:rPr lang="en-US" dirty="0"/>
              <a:t>Edit Master text styles</a:t>
            </a:r>
          </a:p>
        </p:txBody>
      </p:sp>
      <p:sp>
        <p:nvSpPr>
          <p:cNvPr id="4" name="Content Placeholder 3"/>
          <p:cNvSpPr>
            <a:spLocks noGrp="1"/>
          </p:cNvSpPr>
          <p:nvPr>
            <p:ph sz="half" idx="2"/>
          </p:nvPr>
        </p:nvSpPr>
        <p:spPr>
          <a:xfrm>
            <a:off x="2862550" y="3105746"/>
            <a:ext cx="4343400" cy="1371600"/>
          </a:xfrm>
        </p:spPr>
        <p:txBody>
          <a:bodyPr anchor="ctr"/>
          <a:lstStyle>
            <a:lvl1pPr algn="l">
              <a:defRPr sz="1400" b="0">
                <a:solidFill>
                  <a:schemeClr val="tx1">
                    <a:lumMod val="50000"/>
                    <a:lumOff val="50000"/>
                  </a:schemeClr>
                </a:solidFill>
                <a:latin typeface="+mn-lt"/>
              </a:defRPr>
            </a:lvl1pPr>
          </a:lstStyle>
          <a:p>
            <a:pPr lvl="0"/>
            <a:r>
              <a:rPr lang="en-US" dirty="0"/>
              <a:t>Edit Master text styles</a:t>
            </a:r>
          </a:p>
        </p:txBody>
      </p:sp>
      <p:sp>
        <p:nvSpPr>
          <p:cNvPr id="25" name="Content Placeholder 3"/>
          <p:cNvSpPr>
            <a:spLocks noGrp="1"/>
          </p:cNvSpPr>
          <p:nvPr>
            <p:ph sz="half" idx="13"/>
          </p:nvPr>
        </p:nvSpPr>
        <p:spPr>
          <a:xfrm>
            <a:off x="2382490" y="4481424"/>
            <a:ext cx="5303520" cy="288164"/>
          </a:xfrm>
        </p:spPr>
        <p:txBody>
          <a:bodyPr tIns="45720"/>
          <a:lstStyle>
            <a:lvl1pPr algn="r">
              <a:defRPr sz="1100" b="0" cap="all" baseline="0">
                <a:solidFill>
                  <a:schemeClr val="tx1">
                    <a:lumMod val="75000"/>
                    <a:lumOff val="25000"/>
                  </a:schemeClr>
                </a:solidFill>
                <a:latin typeface="+mj-lt"/>
              </a:defRPr>
            </a:lvl1pPr>
          </a:lstStyle>
          <a:p>
            <a:pPr lvl="0"/>
            <a:r>
              <a:rPr lang="en-US" dirty="0"/>
              <a:t>Edit Master text styles</a:t>
            </a:r>
          </a:p>
        </p:txBody>
      </p:sp>
      <p:sp>
        <p:nvSpPr>
          <p:cNvPr id="14" name="Picture Placeholder 5" title="Client Logo"/>
          <p:cNvSpPr>
            <a:spLocks noGrp="1"/>
          </p:cNvSpPr>
          <p:nvPr>
            <p:ph type="pic" sz="quarter" idx="10"/>
          </p:nvPr>
        </p:nvSpPr>
        <p:spPr>
          <a:xfrm>
            <a:off x="4960270" y="4788838"/>
            <a:ext cx="2725738" cy="866157"/>
          </a:xfrm>
        </p:spPr>
        <p:txBody>
          <a:bodyPr rtlCol="0" anchor="b">
            <a:noAutofit/>
          </a:bodyPr>
          <a:lstStyle>
            <a:lvl1pPr algn="r">
              <a:defRPr>
                <a:latin typeface="+mj-lt"/>
              </a:defRPr>
            </a:lvl1pPr>
          </a:lstStyle>
          <a:p>
            <a:pPr lvl="0"/>
            <a:r>
              <a:rPr lang="en-US" noProof="0"/>
              <a:t>Click icon to add picture</a:t>
            </a:r>
            <a:endParaRPr lang="en-US" noProof="0" dirty="0"/>
          </a:p>
        </p:txBody>
      </p:sp>
      <p:sp>
        <p:nvSpPr>
          <p:cNvPr id="10" name="Slide Number Placeholder 6">
            <a:extLst>
              <a:ext uri="{FF2B5EF4-FFF2-40B4-BE49-F238E27FC236}">
                <a16:creationId xmlns:a16="http://schemas.microsoft.com/office/drawing/2014/main" id="{F0F63D39-1130-88B1-50F6-6DEFCF126834}"/>
              </a:ext>
            </a:extLst>
          </p:cNvPr>
          <p:cNvSpPr>
            <a:spLocks noGrp="1"/>
          </p:cNvSpPr>
          <p:nvPr>
            <p:ph type="sldNum" sz="quarter" idx="14"/>
          </p:nvPr>
        </p:nvSpPr>
        <p:spPr/>
        <p:txBody>
          <a:bodyPr/>
          <a:lstStyle>
            <a:lvl1pPr>
              <a:defRPr smtClean="0"/>
            </a:lvl1pPr>
          </a:lstStyle>
          <a:p>
            <a:pPr>
              <a:defRPr/>
            </a:pPr>
            <a:fld id="{43ADC1A6-D339-4CA8-8B59-EB4652ECED99}" type="slidenum">
              <a:rPr lang="en-US" altLang="en-US"/>
              <a:pPr>
                <a:defRPr/>
              </a:pPr>
              <a:t>‹#›</a:t>
            </a:fld>
            <a:endParaRPr lang="en-US" altLang="en-US"/>
          </a:p>
        </p:txBody>
      </p:sp>
    </p:spTree>
    <p:extLst>
      <p:ext uri="{BB962C8B-B14F-4D97-AF65-F5344CB8AC3E}">
        <p14:creationId xmlns:p14="http://schemas.microsoft.com/office/powerpoint/2010/main" val="39339418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No Images Green B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181C207-7C84-CB6D-361E-471F64A2A875}"/>
              </a:ext>
            </a:extLst>
          </p:cNvPr>
          <p:cNvSpPr txBox="1">
            <a:spLocks/>
          </p:cNvSpPr>
          <p:nvPr userDrawn="1"/>
        </p:nvSpPr>
        <p:spPr>
          <a:xfrm>
            <a:off x="0" y="2665413"/>
            <a:ext cx="9366250" cy="2743200"/>
          </a:xfrm>
          <a:prstGeom prst="rect">
            <a:avLst/>
          </a:prstGeom>
          <a:solidFill>
            <a:schemeClr val="tx2">
              <a:alpha val="85000"/>
            </a:schemeClr>
          </a:solidFill>
        </p:spPr>
        <p:txBody>
          <a:bodyPr lIns="365760" tIns="0" rIns="640080" bIns="0" anchor="ctr"/>
          <a:lstStyle>
            <a:lvl1pPr algn="l" defTabSz="914400" rtl="0" eaLnBrk="1" latinLnBrk="0" hangingPunct="1">
              <a:lnSpc>
                <a:spcPct val="90000"/>
              </a:lnSpc>
              <a:spcBef>
                <a:spcPct val="0"/>
              </a:spcBef>
              <a:buNone/>
              <a:defRPr sz="2800" b="1" kern="1200">
                <a:solidFill>
                  <a:schemeClr val="bg1"/>
                </a:solidFill>
                <a:latin typeface="+mj-lt"/>
                <a:ea typeface="+mj-ea"/>
                <a:cs typeface="+mj-cs"/>
              </a:defRPr>
            </a:lvl1pPr>
          </a:lstStyle>
          <a:p>
            <a:pPr fontAlgn="auto">
              <a:spcAft>
                <a:spcPts val="0"/>
              </a:spcAft>
              <a:defRPr/>
            </a:pPr>
            <a:endParaRPr lang="en-US" dirty="0"/>
          </a:p>
        </p:txBody>
      </p:sp>
      <p:sp>
        <p:nvSpPr>
          <p:cNvPr id="4" name="Rectangle 3">
            <a:extLst>
              <a:ext uri="{FF2B5EF4-FFF2-40B4-BE49-F238E27FC236}">
                <a16:creationId xmlns:a16="http://schemas.microsoft.com/office/drawing/2014/main" id="{4C75409D-730C-54A7-01BA-759E8B459126}"/>
              </a:ext>
            </a:extLst>
          </p:cNvPr>
          <p:cNvSpPr/>
          <p:nvPr userDrawn="1"/>
        </p:nvSpPr>
        <p:spPr>
          <a:xfrm>
            <a:off x="2378075" y="3379788"/>
            <a:ext cx="457200" cy="1371600"/>
          </a:xfrm>
          <a:prstGeom prst="rect">
            <a:avLst/>
          </a:prstGeom>
          <a:noFill/>
        </p:spPr>
        <p:txBody>
          <a:bodyPr lIns="0" tIns="0" rIns="0" bIns="457200"/>
          <a:lstStyle/>
          <a:p>
            <a:pPr algn="ctr" defTabSz="1018824" eaLnBrk="1" fontAlgn="auto" hangingPunct="1">
              <a:spcBef>
                <a:spcPts val="0"/>
              </a:spcBef>
              <a:spcAft>
                <a:spcPts val="0"/>
              </a:spcAft>
              <a:defRPr/>
            </a:pPr>
            <a:r>
              <a:rPr lang="en-US" sz="6600" dirty="0">
                <a:ln w="0"/>
                <a:solidFill>
                  <a:schemeClr val="bg1"/>
                </a:solidFill>
                <a:effectLst>
                  <a:outerShdw blurRad="38100" dist="25400" dir="5400000" algn="ctr" rotWithShape="0">
                    <a:srgbClr val="6E747A">
                      <a:alpha val="43000"/>
                    </a:srgbClr>
                  </a:outerShdw>
                </a:effectLst>
                <a:latin typeface="Times New Roman MT Extra Bold" charset="0"/>
                <a:ea typeface="Times New Roman MT Extra Bold" charset="0"/>
                <a:cs typeface="Times New Roman MT Extra Bold" charset="0"/>
              </a:rPr>
              <a:t>“</a:t>
            </a:r>
          </a:p>
        </p:txBody>
      </p:sp>
      <p:cxnSp>
        <p:nvCxnSpPr>
          <p:cNvPr id="5" name="Straight Connector 4">
            <a:extLst>
              <a:ext uri="{FF2B5EF4-FFF2-40B4-BE49-F238E27FC236}">
                <a16:creationId xmlns:a16="http://schemas.microsoft.com/office/drawing/2014/main" id="{1D5CF371-7974-2B45-52D9-31FAE13CFCEC}"/>
              </a:ext>
            </a:extLst>
          </p:cNvPr>
          <p:cNvCxnSpPr/>
          <p:nvPr userDrawn="1"/>
        </p:nvCxnSpPr>
        <p:spPr>
          <a:xfrm flipH="1">
            <a:off x="2378075" y="3378200"/>
            <a:ext cx="5302250" cy="1588"/>
          </a:xfrm>
          <a:prstGeom prst="line">
            <a:avLst/>
          </a:prstGeom>
          <a:ln w="15875">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1DE7FB9-A6FD-4749-12B9-72EF18DAFC83}"/>
              </a:ext>
            </a:extLst>
          </p:cNvPr>
          <p:cNvCxnSpPr/>
          <p:nvPr userDrawn="1"/>
        </p:nvCxnSpPr>
        <p:spPr>
          <a:xfrm flipH="1">
            <a:off x="2378075" y="4754563"/>
            <a:ext cx="5302250" cy="1587"/>
          </a:xfrm>
          <a:prstGeom prst="line">
            <a:avLst/>
          </a:prstGeom>
          <a:ln w="15875">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A303276D-2090-7CDE-0E21-36D05CD704A6}"/>
              </a:ext>
            </a:extLst>
          </p:cNvPr>
          <p:cNvSpPr/>
          <p:nvPr userDrawn="1"/>
        </p:nvSpPr>
        <p:spPr>
          <a:xfrm rot="10800000">
            <a:off x="7223125" y="3379788"/>
            <a:ext cx="457200" cy="1371600"/>
          </a:xfrm>
          <a:prstGeom prst="rect">
            <a:avLst/>
          </a:prstGeom>
          <a:noFill/>
        </p:spPr>
        <p:txBody>
          <a:bodyPr lIns="0" tIns="0" rIns="0" bIns="457200"/>
          <a:lstStyle/>
          <a:p>
            <a:pPr algn="ctr" defTabSz="1018824" eaLnBrk="1" fontAlgn="auto" hangingPunct="1">
              <a:spcBef>
                <a:spcPts val="0"/>
              </a:spcBef>
              <a:spcAft>
                <a:spcPts val="0"/>
              </a:spcAft>
              <a:defRPr/>
            </a:pPr>
            <a:r>
              <a:rPr lang="en-US" sz="6600" dirty="0">
                <a:ln w="0"/>
                <a:solidFill>
                  <a:schemeClr val="bg1"/>
                </a:solidFill>
                <a:effectLst>
                  <a:outerShdw blurRad="38100" dist="25400" dir="5400000" algn="ctr" rotWithShape="0">
                    <a:srgbClr val="6E747A">
                      <a:alpha val="43000"/>
                    </a:srgbClr>
                  </a:outerShdw>
                </a:effectLst>
                <a:latin typeface="Times New Roman MT Extra Bold" charset="0"/>
                <a:ea typeface="Times New Roman MT Extra Bold" charset="0"/>
                <a:cs typeface="Times New Roman MT Extra Bold" charset="0"/>
              </a:rPr>
              <a:t>“</a:t>
            </a:r>
          </a:p>
        </p:txBody>
      </p:sp>
      <p:pic>
        <p:nvPicPr>
          <p:cNvPr id="8" name="Content Placeholder 12" descr="image008">
            <a:extLst>
              <a:ext uri="{FF2B5EF4-FFF2-40B4-BE49-F238E27FC236}">
                <a16:creationId xmlns:a16="http://schemas.microsoft.com/office/drawing/2014/main" id="{C585756F-D77D-A635-ADA9-3FFAC4D49FC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p>
            <a:r>
              <a:rPr lang="en-US" dirty="0"/>
              <a:t>Click to edit Master title style</a:t>
            </a:r>
          </a:p>
        </p:txBody>
      </p:sp>
      <p:sp>
        <p:nvSpPr>
          <p:cNvPr id="14" name="Picture Placeholder 5" title="Client Logo"/>
          <p:cNvSpPr>
            <a:spLocks noGrp="1"/>
          </p:cNvSpPr>
          <p:nvPr>
            <p:ph type="pic" sz="quarter" idx="10"/>
          </p:nvPr>
        </p:nvSpPr>
        <p:spPr>
          <a:xfrm>
            <a:off x="4955222" y="5545922"/>
            <a:ext cx="2725738" cy="866157"/>
          </a:xfrm>
        </p:spPr>
        <p:txBody>
          <a:bodyPr rtlCol="0">
            <a:noAutofit/>
          </a:bodyPr>
          <a:lstStyle>
            <a:lvl1pPr algn="r">
              <a:defRPr>
                <a:latin typeface="+mj-lt"/>
              </a:defRPr>
            </a:lvl1pPr>
          </a:lstStyle>
          <a:p>
            <a:pPr lvl="0"/>
            <a:r>
              <a:rPr lang="en-US" noProof="0"/>
              <a:t>Click icon to add picture</a:t>
            </a:r>
            <a:endParaRPr lang="en-US" noProof="0" dirty="0"/>
          </a:p>
        </p:txBody>
      </p:sp>
      <p:sp>
        <p:nvSpPr>
          <p:cNvPr id="26" name="Content Placeholder 2"/>
          <p:cNvSpPr>
            <a:spLocks noGrp="1"/>
          </p:cNvSpPr>
          <p:nvPr>
            <p:ph sz="half" idx="14"/>
          </p:nvPr>
        </p:nvSpPr>
        <p:spPr>
          <a:xfrm>
            <a:off x="2377440" y="2930092"/>
            <a:ext cx="5303520" cy="440042"/>
          </a:xfrm>
        </p:spPr>
        <p:txBody>
          <a:bodyPr bIns="18288" anchor="b" anchorCtr="1"/>
          <a:lstStyle>
            <a:lvl1pPr algn="ctr">
              <a:defRPr sz="1400" cap="all" spc="300" baseline="0">
                <a:solidFill>
                  <a:schemeClr val="bg1"/>
                </a:solidFill>
                <a:latin typeface="+mn-lt"/>
              </a:defRPr>
            </a:lvl1pPr>
          </a:lstStyle>
          <a:p>
            <a:pPr lvl="0"/>
            <a:r>
              <a:rPr lang="en-US" dirty="0"/>
              <a:t>Edit Master text styles</a:t>
            </a:r>
          </a:p>
        </p:txBody>
      </p:sp>
      <p:sp>
        <p:nvSpPr>
          <p:cNvPr id="27" name="Content Placeholder 3"/>
          <p:cNvSpPr>
            <a:spLocks noGrp="1"/>
          </p:cNvSpPr>
          <p:nvPr>
            <p:ph sz="half" idx="15"/>
          </p:nvPr>
        </p:nvSpPr>
        <p:spPr>
          <a:xfrm>
            <a:off x="2857500" y="3380218"/>
            <a:ext cx="4343400" cy="1371600"/>
          </a:xfrm>
        </p:spPr>
        <p:txBody>
          <a:bodyPr anchor="ctr"/>
          <a:lstStyle>
            <a:lvl1pPr algn="l">
              <a:defRPr sz="1400" b="0">
                <a:solidFill>
                  <a:schemeClr val="bg1"/>
                </a:solidFill>
                <a:latin typeface="+mn-lt"/>
              </a:defRPr>
            </a:lvl1pPr>
          </a:lstStyle>
          <a:p>
            <a:pPr lvl="0"/>
            <a:r>
              <a:rPr lang="en-US" dirty="0"/>
              <a:t>Edit Master text styles</a:t>
            </a:r>
          </a:p>
        </p:txBody>
      </p:sp>
      <p:sp>
        <p:nvSpPr>
          <p:cNvPr id="32" name="Content Placeholder 3"/>
          <p:cNvSpPr>
            <a:spLocks noGrp="1"/>
          </p:cNvSpPr>
          <p:nvPr>
            <p:ph sz="half" idx="16"/>
          </p:nvPr>
        </p:nvSpPr>
        <p:spPr>
          <a:xfrm>
            <a:off x="2377442" y="4753907"/>
            <a:ext cx="5303520" cy="288164"/>
          </a:xfrm>
        </p:spPr>
        <p:txBody>
          <a:bodyPr tIns="45720"/>
          <a:lstStyle>
            <a:lvl1pPr algn="r">
              <a:defRPr sz="1100" b="0" cap="all" baseline="0">
                <a:solidFill>
                  <a:schemeClr val="bg1"/>
                </a:solidFill>
                <a:latin typeface="+mj-lt"/>
              </a:defRPr>
            </a:lvl1pPr>
          </a:lstStyle>
          <a:p>
            <a:pPr lvl="0"/>
            <a:r>
              <a:rPr lang="en-US" dirty="0"/>
              <a:t>Edit Master text styles</a:t>
            </a:r>
          </a:p>
        </p:txBody>
      </p:sp>
      <p:sp>
        <p:nvSpPr>
          <p:cNvPr id="9" name="Slide Number Placeholder 6">
            <a:extLst>
              <a:ext uri="{FF2B5EF4-FFF2-40B4-BE49-F238E27FC236}">
                <a16:creationId xmlns:a16="http://schemas.microsoft.com/office/drawing/2014/main" id="{0695CA9A-D7E8-5F3A-6077-C034316BC61C}"/>
              </a:ext>
            </a:extLst>
          </p:cNvPr>
          <p:cNvSpPr>
            <a:spLocks noGrp="1"/>
          </p:cNvSpPr>
          <p:nvPr>
            <p:ph type="sldNum" sz="quarter" idx="17"/>
          </p:nvPr>
        </p:nvSpPr>
        <p:spPr/>
        <p:txBody>
          <a:bodyPr/>
          <a:lstStyle>
            <a:lvl1pPr>
              <a:defRPr smtClean="0"/>
            </a:lvl1pPr>
          </a:lstStyle>
          <a:p>
            <a:pPr>
              <a:defRPr/>
            </a:pPr>
            <a:fld id="{C7D52C1A-B74B-4837-A2A1-71292B33367F}" type="slidenum">
              <a:rPr lang="en-US" altLang="en-US"/>
              <a:pPr>
                <a:defRPr/>
              </a:pPr>
              <a:t>‹#›</a:t>
            </a:fld>
            <a:endParaRPr lang="en-US" altLang="en-US"/>
          </a:p>
        </p:txBody>
      </p:sp>
    </p:spTree>
    <p:extLst>
      <p:ext uri="{BB962C8B-B14F-4D97-AF65-F5344CB8AC3E}">
        <p14:creationId xmlns:p14="http://schemas.microsoft.com/office/powerpoint/2010/main" val="40099220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847C8F-9E0A-4CBB-8EC3-426FA36DD923}"/>
              </a:ext>
            </a:extLst>
          </p:cNvPr>
          <p:cNvSpPr/>
          <p:nvPr userDrawn="1"/>
        </p:nvSpPr>
        <p:spPr>
          <a:xfrm>
            <a:off x="0" y="1611313"/>
            <a:ext cx="1208088" cy="26701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18824" eaLnBrk="1" fontAlgn="auto" hangingPunct="1">
              <a:spcBef>
                <a:spcPts val="0"/>
              </a:spcBef>
              <a:spcAft>
                <a:spcPts val="0"/>
              </a:spcAft>
              <a:defRPr/>
            </a:pPr>
            <a:r>
              <a:rPr lang="en-US" sz="2006" dirty="0">
                <a:solidFill>
                  <a:srgbClr val="FF0000"/>
                </a:solidFill>
                <a:latin typeface="+mj-lt"/>
              </a:rPr>
              <a:t>INSERT IMAGE</a:t>
            </a:r>
          </a:p>
        </p:txBody>
      </p:sp>
      <p:sp>
        <p:nvSpPr>
          <p:cNvPr id="6" name="Rectangle 5">
            <a:extLst>
              <a:ext uri="{FF2B5EF4-FFF2-40B4-BE49-F238E27FC236}">
                <a16:creationId xmlns:a16="http://schemas.microsoft.com/office/drawing/2014/main" id="{F94A11D1-C62C-6426-6CCE-6C8C71F88799}"/>
              </a:ext>
            </a:extLst>
          </p:cNvPr>
          <p:cNvSpPr>
            <a:spLocks noChangeAspect="1"/>
          </p:cNvSpPr>
          <p:nvPr userDrawn="1"/>
        </p:nvSpPr>
        <p:spPr>
          <a:xfrm>
            <a:off x="1436688" y="1611313"/>
            <a:ext cx="4206875" cy="26733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18824" eaLnBrk="1" fontAlgn="auto" hangingPunct="1">
              <a:spcBef>
                <a:spcPts val="0"/>
              </a:spcBef>
              <a:spcAft>
                <a:spcPts val="0"/>
              </a:spcAft>
              <a:defRPr/>
            </a:pPr>
            <a:r>
              <a:rPr lang="en-US" sz="2006" dirty="0">
                <a:solidFill>
                  <a:srgbClr val="FF0000"/>
                </a:solidFill>
                <a:latin typeface="+mj-lt"/>
              </a:rPr>
              <a:t>INSERT IMAGE</a:t>
            </a:r>
          </a:p>
        </p:txBody>
      </p:sp>
      <p:sp>
        <p:nvSpPr>
          <p:cNvPr id="7" name="Rectangle 6">
            <a:extLst>
              <a:ext uri="{FF2B5EF4-FFF2-40B4-BE49-F238E27FC236}">
                <a16:creationId xmlns:a16="http://schemas.microsoft.com/office/drawing/2014/main" id="{A31B082E-5DB1-5232-D044-933BCE21E110}"/>
              </a:ext>
            </a:extLst>
          </p:cNvPr>
          <p:cNvSpPr/>
          <p:nvPr userDrawn="1"/>
        </p:nvSpPr>
        <p:spPr>
          <a:xfrm>
            <a:off x="3579813" y="5051425"/>
            <a:ext cx="457200" cy="1371600"/>
          </a:xfrm>
          <a:prstGeom prst="rect">
            <a:avLst/>
          </a:prstGeom>
          <a:noFill/>
        </p:spPr>
        <p:txBody>
          <a:bodyPr lIns="0" tIns="0" rIns="0" bIns="457200"/>
          <a:lstStyle/>
          <a:p>
            <a:pPr algn="ctr" defTabSz="1018824" eaLnBrk="1" fontAlgn="auto" hangingPunct="1">
              <a:spcBef>
                <a:spcPts val="0"/>
              </a:spcBef>
              <a:spcAft>
                <a:spcPts val="0"/>
              </a:spcAft>
              <a:defRPr/>
            </a:pPr>
            <a:r>
              <a:rPr lang="en-US" sz="6600" dirty="0">
                <a:ln w="0"/>
                <a:solidFill>
                  <a:srgbClr val="B9D6D4"/>
                </a:solidFill>
                <a:effectLst>
                  <a:outerShdw blurRad="38100" dist="25400" dir="5400000" algn="ctr" rotWithShape="0">
                    <a:srgbClr val="6E747A">
                      <a:alpha val="43000"/>
                    </a:srgbClr>
                  </a:outerShdw>
                </a:effectLst>
                <a:latin typeface="Times New Roman MT Extra Bold" charset="0"/>
                <a:ea typeface="Times New Roman MT Extra Bold" charset="0"/>
                <a:cs typeface="Times New Roman MT Extra Bold" charset="0"/>
              </a:rPr>
              <a:t>“</a:t>
            </a:r>
          </a:p>
        </p:txBody>
      </p:sp>
      <p:cxnSp>
        <p:nvCxnSpPr>
          <p:cNvPr id="8" name="Straight Connector 7">
            <a:extLst>
              <a:ext uri="{FF2B5EF4-FFF2-40B4-BE49-F238E27FC236}">
                <a16:creationId xmlns:a16="http://schemas.microsoft.com/office/drawing/2014/main" id="{7AADC581-3426-FC48-B837-1F746FA946D3}"/>
              </a:ext>
            </a:extLst>
          </p:cNvPr>
          <p:cNvCxnSpPr/>
          <p:nvPr userDrawn="1"/>
        </p:nvCxnSpPr>
        <p:spPr>
          <a:xfrm flipH="1">
            <a:off x="3579813" y="5048250"/>
            <a:ext cx="5302250" cy="3175"/>
          </a:xfrm>
          <a:prstGeom prst="line">
            <a:avLst/>
          </a:prstGeom>
          <a:ln w="15875">
            <a:solidFill>
              <a:srgbClr val="929292"/>
            </a:solidFill>
            <a:prstDash val="sysDot"/>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388F663-F761-908E-85F5-F23C685A1A88}"/>
              </a:ext>
            </a:extLst>
          </p:cNvPr>
          <p:cNvCxnSpPr/>
          <p:nvPr userDrawn="1"/>
        </p:nvCxnSpPr>
        <p:spPr>
          <a:xfrm flipH="1">
            <a:off x="3579813" y="6426200"/>
            <a:ext cx="5302250" cy="3175"/>
          </a:xfrm>
          <a:prstGeom prst="line">
            <a:avLst/>
          </a:prstGeom>
          <a:ln w="15875">
            <a:solidFill>
              <a:srgbClr val="929292"/>
            </a:solidFill>
            <a:prstDash val="sysDot"/>
            <a:round/>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003C2BE-E89B-8DFC-FBE1-C92B49E12663}"/>
              </a:ext>
            </a:extLst>
          </p:cNvPr>
          <p:cNvSpPr>
            <a:spLocks noChangeAspect="1"/>
          </p:cNvSpPr>
          <p:nvPr userDrawn="1"/>
        </p:nvSpPr>
        <p:spPr>
          <a:xfrm>
            <a:off x="5846763" y="1611313"/>
            <a:ext cx="4206875" cy="26733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18824" eaLnBrk="1" fontAlgn="auto" hangingPunct="1">
              <a:spcBef>
                <a:spcPts val="0"/>
              </a:spcBef>
              <a:spcAft>
                <a:spcPts val="0"/>
              </a:spcAft>
              <a:defRPr/>
            </a:pPr>
            <a:r>
              <a:rPr lang="en-US" sz="2006" dirty="0">
                <a:solidFill>
                  <a:srgbClr val="FF0000"/>
                </a:solidFill>
                <a:latin typeface="+mj-lt"/>
              </a:rPr>
              <a:t>INSERT IMAGE</a:t>
            </a:r>
          </a:p>
        </p:txBody>
      </p:sp>
      <p:sp>
        <p:nvSpPr>
          <p:cNvPr id="11" name="Rectangle 10">
            <a:extLst>
              <a:ext uri="{FF2B5EF4-FFF2-40B4-BE49-F238E27FC236}">
                <a16:creationId xmlns:a16="http://schemas.microsoft.com/office/drawing/2014/main" id="{BC755D79-DE7C-937F-99F3-3E38E5728B17}"/>
              </a:ext>
            </a:extLst>
          </p:cNvPr>
          <p:cNvSpPr/>
          <p:nvPr userDrawn="1"/>
        </p:nvSpPr>
        <p:spPr>
          <a:xfrm rot="10800000">
            <a:off x="8424863" y="5051425"/>
            <a:ext cx="457200" cy="1371600"/>
          </a:xfrm>
          <a:prstGeom prst="rect">
            <a:avLst/>
          </a:prstGeom>
          <a:noFill/>
        </p:spPr>
        <p:txBody>
          <a:bodyPr lIns="0" tIns="0" rIns="0" bIns="457200"/>
          <a:lstStyle/>
          <a:p>
            <a:pPr algn="ctr" defTabSz="1018824" eaLnBrk="1" fontAlgn="auto" hangingPunct="1">
              <a:spcBef>
                <a:spcPts val="0"/>
              </a:spcBef>
              <a:spcAft>
                <a:spcPts val="0"/>
              </a:spcAft>
              <a:defRPr/>
            </a:pPr>
            <a:r>
              <a:rPr lang="en-US" sz="6600" dirty="0">
                <a:ln w="0"/>
                <a:solidFill>
                  <a:srgbClr val="B9D6D4"/>
                </a:solidFill>
                <a:effectLst>
                  <a:outerShdw blurRad="38100" dist="25400" dir="5400000" algn="ctr" rotWithShape="0">
                    <a:srgbClr val="6E747A">
                      <a:alpha val="43000"/>
                    </a:srgbClr>
                  </a:outerShdw>
                </a:effectLst>
                <a:latin typeface="Times New Roman MT Extra Bold" charset="0"/>
                <a:ea typeface="Times New Roman MT Extra Bold" charset="0"/>
                <a:cs typeface="Times New Roman MT Extra Bold" charset="0"/>
              </a:rPr>
              <a:t>“</a:t>
            </a:r>
          </a:p>
        </p:txBody>
      </p:sp>
      <p:pic>
        <p:nvPicPr>
          <p:cNvPr id="12" name="Content Placeholder 12" descr="image008">
            <a:extLst>
              <a:ext uri="{FF2B5EF4-FFF2-40B4-BE49-F238E27FC236}">
                <a16:creationId xmlns:a16="http://schemas.microsoft.com/office/drawing/2014/main" id="{D0FA6481-45B9-C0D1-E200-DFD80C677A2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p>
            <a:r>
              <a:rPr lang="en-US" dirty="0"/>
              <a:t>Click to edit Master title style</a:t>
            </a:r>
          </a:p>
        </p:txBody>
      </p:sp>
      <p:sp>
        <p:nvSpPr>
          <p:cNvPr id="3" name="Content Placeholder 2"/>
          <p:cNvSpPr>
            <a:spLocks noGrp="1"/>
          </p:cNvSpPr>
          <p:nvPr>
            <p:ph sz="half" idx="1"/>
          </p:nvPr>
        </p:nvSpPr>
        <p:spPr>
          <a:xfrm>
            <a:off x="3579325" y="4455998"/>
            <a:ext cx="5303520" cy="584719"/>
          </a:xfrm>
        </p:spPr>
        <p:txBody>
          <a:bodyPr bIns="18288" anchor="b" anchorCtr="1"/>
          <a:lstStyle>
            <a:lvl1pPr algn="ctr">
              <a:defRPr sz="1400" cap="all" spc="300" baseline="0">
                <a:solidFill>
                  <a:schemeClr val="accent2"/>
                </a:solidFill>
                <a:latin typeface="+mn-lt"/>
              </a:defRPr>
            </a:lvl1pPr>
          </a:lstStyle>
          <a:p>
            <a:pPr lvl="0"/>
            <a:r>
              <a:rPr lang="en-US" dirty="0"/>
              <a:t>Edit Master text styles</a:t>
            </a:r>
          </a:p>
        </p:txBody>
      </p:sp>
      <p:sp>
        <p:nvSpPr>
          <p:cNvPr id="4" name="Content Placeholder 3"/>
          <p:cNvSpPr>
            <a:spLocks noGrp="1"/>
          </p:cNvSpPr>
          <p:nvPr>
            <p:ph sz="half" idx="2"/>
          </p:nvPr>
        </p:nvSpPr>
        <p:spPr>
          <a:xfrm>
            <a:off x="4059387" y="5050801"/>
            <a:ext cx="4343400" cy="1371600"/>
          </a:xfrm>
        </p:spPr>
        <p:txBody>
          <a:bodyPr anchor="ctr"/>
          <a:lstStyle>
            <a:lvl1pPr algn="l">
              <a:defRPr sz="1400" b="0">
                <a:solidFill>
                  <a:schemeClr val="tx1">
                    <a:lumMod val="50000"/>
                    <a:lumOff val="50000"/>
                  </a:schemeClr>
                </a:solidFill>
                <a:latin typeface="+mn-lt"/>
              </a:defRPr>
            </a:lvl1pPr>
          </a:lstStyle>
          <a:p>
            <a:pPr lvl="0"/>
            <a:r>
              <a:rPr lang="en-US" dirty="0"/>
              <a:t>Edit Master text styles</a:t>
            </a:r>
          </a:p>
        </p:txBody>
      </p:sp>
      <p:sp>
        <p:nvSpPr>
          <p:cNvPr id="25" name="Content Placeholder 3"/>
          <p:cNvSpPr>
            <a:spLocks noGrp="1"/>
          </p:cNvSpPr>
          <p:nvPr>
            <p:ph sz="half" idx="13"/>
          </p:nvPr>
        </p:nvSpPr>
        <p:spPr>
          <a:xfrm>
            <a:off x="3579327" y="6426479"/>
            <a:ext cx="5303520" cy="288164"/>
          </a:xfrm>
        </p:spPr>
        <p:txBody>
          <a:bodyPr tIns="45720"/>
          <a:lstStyle>
            <a:lvl1pPr algn="r">
              <a:defRPr sz="1100" b="0" cap="all" baseline="0">
                <a:solidFill>
                  <a:schemeClr val="tx1">
                    <a:lumMod val="75000"/>
                    <a:lumOff val="25000"/>
                  </a:schemeClr>
                </a:solidFill>
                <a:latin typeface="+mj-lt"/>
              </a:defRPr>
            </a:lvl1pPr>
          </a:lstStyle>
          <a:p>
            <a:pPr lvl="0"/>
            <a:r>
              <a:rPr lang="en-US" dirty="0"/>
              <a:t>Edit Master text styles</a:t>
            </a:r>
          </a:p>
        </p:txBody>
      </p:sp>
      <p:sp>
        <p:nvSpPr>
          <p:cNvPr id="13" name="Slide Number Placeholder 6">
            <a:extLst>
              <a:ext uri="{FF2B5EF4-FFF2-40B4-BE49-F238E27FC236}">
                <a16:creationId xmlns:a16="http://schemas.microsoft.com/office/drawing/2014/main" id="{B44E0034-71EC-235B-4A2B-81744A7B718F}"/>
              </a:ext>
            </a:extLst>
          </p:cNvPr>
          <p:cNvSpPr>
            <a:spLocks noGrp="1"/>
          </p:cNvSpPr>
          <p:nvPr>
            <p:ph type="sldNum" sz="quarter" idx="14"/>
          </p:nvPr>
        </p:nvSpPr>
        <p:spPr/>
        <p:txBody>
          <a:bodyPr/>
          <a:lstStyle>
            <a:lvl1pPr>
              <a:defRPr smtClean="0"/>
            </a:lvl1pPr>
          </a:lstStyle>
          <a:p>
            <a:pPr>
              <a:defRPr/>
            </a:pPr>
            <a:fld id="{F0708264-AB91-4C8C-B2BC-45E97FFCEFCC}" type="slidenum">
              <a:rPr lang="en-US" altLang="en-US"/>
              <a:pPr>
                <a:defRPr/>
              </a:pPr>
              <a:t>‹#›</a:t>
            </a:fld>
            <a:endParaRPr lang="en-US" altLang="en-US"/>
          </a:p>
        </p:txBody>
      </p:sp>
    </p:spTree>
    <p:extLst>
      <p:ext uri="{BB962C8B-B14F-4D97-AF65-F5344CB8AC3E}">
        <p14:creationId xmlns:p14="http://schemas.microsoft.com/office/powerpoint/2010/main" val="27516204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113947-2B7E-2E61-17FC-B60C773DF26A}"/>
              </a:ext>
            </a:extLst>
          </p:cNvPr>
          <p:cNvSpPr/>
          <p:nvPr userDrawn="1"/>
        </p:nvSpPr>
        <p:spPr>
          <a:xfrm>
            <a:off x="0" y="2060575"/>
            <a:ext cx="5346700" cy="3886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anchor="ctr"/>
          <a:lstStyle/>
          <a:p>
            <a:pPr defTabSz="1018824" eaLnBrk="1" fontAlgn="auto" hangingPunct="1">
              <a:spcBef>
                <a:spcPts val="0"/>
              </a:spcBef>
              <a:spcAft>
                <a:spcPts val="0"/>
              </a:spcAft>
              <a:defRPr/>
            </a:pPr>
            <a:r>
              <a:rPr lang="en-US" sz="2006" dirty="0">
                <a:solidFill>
                  <a:srgbClr val="FF0000"/>
                </a:solidFill>
                <a:latin typeface="+mj-lt"/>
              </a:rPr>
              <a:t>INSERT IMAGE</a:t>
            </a:r>
          </a:p>
        </p:txBody>
      </p:sp>
      <p:sp>
        <p:nvSpPr>
          <p:cNvPr id="4" name="Title 1">
            <a:extLst>
              <a:ext uri="{FF2B5EF4-FFF2-40B4-BE49-F238E27FC236}">
                <a16:creationId xmlns:a16="http://schemas.microsoft.com/office/drawing/2014/main" id="{CC39E672-9989-A579-99B7-236769F72B6B}"/>
              </a:ext>
            </a:extLst>
          </p:cNvPr>
          <p:cNvSpPr txBox="1">
            <a:spLocks/>
          </p:cNvSpPr>
          <p:nvPr userDrawn="1"/>
        </p:nvSpPr>
        <p:spPr>
          <a:xfrm>
            <a:off x="3246438" y="2665413"/>
            <a:ext cx="6811962" cy="2743200"/>
          </a:xfrm>
          <a:prstGeom prst="rect">
            <a:avLst/>
          </a:prstGeom>
          <a:solidFill>
            <a:schemeClr val="tx2">
              <a:alpha val="85000"/>
            </a:schemeClr>
          </a:solidFill>
        </p:spPr>
        <p:txBody>
          <a:bodyPr lIns="365760" tIns="0" rIns="640080" bIns="0" anchor="ctr"/>
          <a:lstStyle>
            <a:lvl1pPr algn="l" defTabSz="914400" rtl="0" eaLnBrk="1" latinLnBrk="0" hangingPunct="1">
              <a:lnSpc>
                <a:spcPct val="90000"/>
              </a:lnSpc>
              <a:spcBef>
                <a:spcPct val="0"/>
              </a:spcBef>
              <a:buNone/>
              <a:defRPr sz="2800" b="1" kern="1200">
                <a:solidFill>
                  <a:schemeClr val="bg1"/>
                </a:solidFill>
                <a:latin typeface="+mj-lt"/>
                <a:ea typeface="+mj-ea"/>
                <a:cs typeface="+mj-cs"/>
              </a:defRPr>
            </a:lvl1pPr>
          </a:lstStyle>
          <a:p>
            <a:pPr fontAlgn="auto">
              <a:spcAft>
                <a:spcPts val="0"/>
              </a:spcAft>
              <a:defRPr/>
            </a:pPr>
            <a:endParaRPr lang="en-US" dirty="0"/>
          </a:p>
        </p:txBody>
      </p:sp>
      <p:sp>
        <p:nvSpPr>
          <p:cNvPr id="5" name="Rectangle 4">
            <a:extLst>
              <a:ext uri="{FF2B5EF4-FFF2-40B4-BE49-F238E27FC236}">
                <a16:creationId xmlns:a16="http://schemas.microsoft.com/office/drawing/2014/main" id="{D462E6EC-BC3B-8B8B-5C09-BAEFCC989860}"/>
              </a:ext>
            </a:extLst>
          </p:cNvPr>
          <p:cNvSpPr/>
          <p:nvPr userDrawn="1"/>
        </p:nvSpPr>
        <p:spPr>
          <a:xfrm>
            <a:off x="4064000" y="3379788"/>
            <a:ext cx="457200" cy="1371600"/>
          </a:xfrm>
          <a:prstGeom prst="rect">
            <a:avLst/>
          </a:prstGeom>
          <a:noFill/>
        </p:spPr>
        <p:txBody>
          <a:bodyPr lIns="0" tIns="0" rIns="0" bIns="457200"/>
          <a:lstStyle/>
          <a:p>
            <a:pPr algn="ctr" defTabSz="1018824" eaLnBrk="1" fontAlgn="auto" hangingPunct="1">
              <a:spcBef>
                <a:spcPts val="0"/>
              </a:spcBef>
              <a:spcAft>
                <a:spcPts val="0"/>
              </a:spcAft>
              <a:defRPr/>
            </a:pPr>
            <a:r>
              <a:rPr lang="en-US" sz="6600" dirty="0">
                <a:ln w="0"/>
                <a:solidFill>
                  <a:schemeClr val="bg1"/>
                </a:solidFill>
                <a:effectLst>
                  <a:outerShdw blurRad="38100" dist="25400" dir="5400000" algn="ctr" rotWithShape="0">
                    <a:srgbClr val="6E747A">
                      <a:alpha val="43000"/>
                    </a:srgbClr>
                  </a:outerShdw>
                </a:effectLst>
                <a:latin typeface="Times New Roman MT Extra Bold" charset="0"/>
                <a:ea typeface="Times New Roman MT Extra Bold" charset="0"/>
                <a:cs typeface="Times New Roman MT Extra Bold" charset="0"/>
              </a:rPr>
              <a:t>“</a:t>
            </a:r>
          </a:p>
        </p:txBody>
      </p:sp>
      <p:cxnSp>
        <p:nvCxnSpPr>
          <p:cNvPr id="6" name="Straight Connector 5">
            <a:extLst>
              <a:ext uri="{FF2B5EF4-FFF2-40B4-BE49-F238E27FC236}">
                <a16:creationId xmlns:a16="http://schemas.microsoft.com/office/drawing/2014/main" id="{91814087-90BA-5AC3-03D8-FD221E04AE19}"/>
              </a:ext>
            </a:extLst>
          </p:cNvPr>
          <p:cNvCxnSpPr/>
          <p:nvPr userDrawn="1"/>
        </p:nvCxnSpPr>
        <p:spPr>
          <a:xfrm flipH="1">
            <a:off x="4064000" y="3378200"/>
            <a:ext cx="5302250" cy="1588"/>
          </a:xfrm>
          <a:prstGeom prst="line">
            <a:avLst/>
          </a:prstGeom>
          <a:ln w="15875">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E47F7E0-D379-54C6-0790-E36E27865B46}"/>
              </a:ext>
            </a:extLst>
          </p:cNvPr>
          <p:cNvCxnSpPr/>
          <p:nvPr userDrawn="1"/>
        </p:nvCxnSpPr>
        <p:spPr>
          <a:xfrm flipH="1">
            <a:off x="4064000" y="4754563"/>
            <a:ext cx="5302250" cy="1587"/>
          </a:xfrm>
          <a:prstGeom prst="line">
            <a:avLst/>
          </a:prstGeom>
          <a:ln w="15875">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77221D0-245F-680D-BDDF-CE21AC596E7B}"/>
              </a:ext>
            </a:extLst>
          </p:cNvPr>
          <p:cNvSpPr/>
          <p:nvPr userDrawn="1"/>
        </p:nvSpPr>
        <p:spPr>
          <a:xfrm rot="10800000">
            <a:off x="8909050" y="3379788"/>
            <a:ext cx="457200" cy="1371600"/>
          </a:xfrm>
          <a:prstGeom prst="rect">
            <a:avLst/>
          </a:prstGeom>
          <a:noFill/>
        </p:spPr>
        <p:txBody>
          <a:bodyPr lIns="0" tIns="0" rIns="0" bIns="457200"/>
          <a:lstStyle/>
          <a:p>
            <a:pPr algn="ctr" defTabSz="1018824" eaLnBrk="1" fontAlgn="auto" hangingPunct="1">
              <a:spcBef>
                <a:spcPts val="0"/>
              </a:spcBef>
              <a:spcAft>
                <a:spcPts val="0"/>
              </a:spcAft>
              <a:defRPr/>
            </a:pPr>
            <a:r>
              <a:rPr lang="en-US" sz="6600" dirty="0">
                <a:ln w="0"/>
                <a:solidFill>
                  <a:schemeClr val="bg1"/>
                </a:solidFill>
                <a:effectLst>
                  <a:outerShdw blurRad="38100" dist="25400" dir="5400000" algn="ctr" rotWithShape="0">
                    <a:srgbClr val="6E747A">
                      <a:alpha val="43000"/>
                    </a:srgbClr>
                  </a:outerShdw>
                </a:effectLst>
                <a:latin typeface="Times New Roman MT Extra Bold" charset="0"/>
                <a:ea typeface="Times New Roman MT Extra Bold" charset="0"/>
                <a:cs typeface="Times New Roman MT Extra Bold" charset="0"/>
              </a:rPr>
              <a:t>“</a:t>
            </a:r>
          </a:p>
        </p:txBody>
      </p:sp>
      <p:pic>
        <p:nvPicPr>
          <p:cNvPr id="9" name="Content Placeholder 12" descr="image008">
            <a:extLst>
              <a:ext uri="{FF2B5EF4-FFF2-40B4-BE49-F238E27FC236}">
                <a16:creationId xmlns:a16="http://schemas.microsoft.com/office/drawing/2014/main" id="{4B5CAFE1-7575-EA50-09A5-3CE2900A482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p>
            <a:r>
              <a:rPr lang="en-US"/>
              <a:t>Click to edit Master title style</a:t>
            </a:r>
          </a:p>
        </p:txBody>
      </p:sp>
      <p:sp>
        <p:nvSpPr>
          <p:cNvPr id="14" name="Content Placeholder 2"/>
          <p:cNvSpPr>
            <a:spLocks noGrp="1"/>
          </p:cNvSpPr>
          <p:nvPr>
            <p:ph sz="half" idx="1"/>
          </p:nvPr>
        </p:nvSpPr>
        <p:spPr>
          <a:xfrm>
            <a:off x="4063363" y="2930092"/>
            <a:ext cx="5303520" cy="440042"/>
          </a:xfrm>
        </p:spPr>
        <p:txBody>
          <a:bodyPr bIns="18288" anchor="b" anchorCtr="1"/>
          <a:lstStyle>
            <a:lvl1pPr algn="ctr">
              <a:defRPr sz="1400" cap="all" spc="300" baseline="0">
                <a:solidFill>
                  <a:schemeClr val="bg1"/>
                </a:solidFill>
                <a:latin typeface="+mn-lt"/>
              </a:defRPr>
            </a:lvl1pPr>
          </a:lstStyle>
          <a:p>
            <a:pPr lvl="0"/>
            <a:r>
              <a:rPr lang="en-US" dirty="0"/>
              <a:t>Edit Master text styles</a:t>
            </a:r>
          </a:p>
        </p:txBody>
      </p:sp>
      <p:sp>
        <p:nvSpPr>
          <p:cNvPr id="18" name="Content Placeholder 3"/>
          <p:cNvSpPr>
            <a:spLocks noGrp="1"/>
          </p:cNvSpPr>
          <p:nvPr>
            <p:ph sz="half" idx="2"/>
          </p:nvPr>
        </p:nvSpPr>
        <p:spPr>
          <a:xfrm>
            <a:off x="4543423" y="3380218"/>
            <a:ext cx="4343400" cy="1371600"/>
          </a:xfrm>
        </p:spPr>
        <p:txBody>
          <a:bodyPr anchor="ctr"/>
          <a:lstStyle>
            <a:lvl1pPr algn="l">
              <a:defRPr sz="1400" b="0">
                <a:solidFill>
                  <a:schemeClr val="bg1"/>
                </a:solidFill>
                <a:latin typeface="+mn-lt"/>
              </a:defRPr>
            </a:lvl1pPr>
          </a:lstStyle>
          <a:p>
            <a:pPr lvl="0"/>
            <a:r>
              <a:rPr lang="en-US" dirty="0"/>
              <a:t>Edit Master text styles</a:t>
            </a:r>
          </a:p>
        </p:txBody>
      </p:sp>
      <p:sp>
        <p:nvSpPr>
          <p:cNvPr id="23" name="Content Placeholder 3"/>
          <p:cNvSpPr>
            <a:spLocks noGrp="1"/>
          </p:cNvSpPr>
          <p:nvPr>
            <p:ph sz="half" idx="13"/>
          </p:nvPr>
        </p:nvSpPr>
        <p:spPr>
          <a:xfrm>
            <a:off x="4063365" y="4753907"/>
            <a:ext cx="5303520" cy="288164"/>
          </a:xfrm>
        </p:spPr>
        <p:txBody>
          <a:bodyPr tIns="45720"/>
          <a:lstStyle>
            <a:lvl1pPr algn="r">
              <a:defRPr sz="1100" b="0" cap="all" baseline="0">
                <a:solidFill>
                  <a:schemeClr val="bg1"/>
                </a:solidFill>
                <a:latin typeface="+mj-lt"/>
              </a:defRPr>
            </a:lvl1pPr>
          </a:lstStyle>
          <a:p>
            <a:pPr lvl="0"/>
            <a:r>
              <a:rPr lang="en-US" dirty="0"/>
              <a:t>Edit Master text styles</a:t>
            </a:r>
          </a:p>
        </p:txBody>
      </p:sp>
      <p:sp>
        <p:nvSpPr>
          <p:cNvPr id="13" name="Content Placeholder 6"/>
          <p:cNvSpPr>
            <a:spLocks noGrp="1"/>
          </p:cNvSpPr>
          <p:nvPr>
            <p:ph sz="quarter" idx="14"/>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6">
            <a:extLst>
              <a:ext uri="{FF2B5EF4-FFF2-40B4-BE49-F238E27FC236}">
                <a16:creationId xmlns:a16="http://schemas.microsoft.com/office/drawing/2014/main" id="{3E1DC29A-619A-BDD9-C2AB-BFA3AADF8E67}"/>
              </a:ext>
            </a:extLst>
          </p:cNvPr>
          <p:cNvSpPr>
            <a:spLocks noGrp="1"/>
          </p:cNvSpPr>
          <p:nvPr>
            <p:ph type="sldNum" sz="quarter" idx="15"/>
          </p:nvPr>
        </p:nvSpPr>
        <p:spPr/>
        <p:txBody>
          <a:bodyPr/>
          <a:lstStyle>
            <a:lvl1pPr>
              <a:defRPr smtClean="0"/>
            </a:lvl1pPr>
          </a:lstStyle>
          <a:p>
            <a:pPr>
              <a:defRPr/>
            </a:pPr>
            <a:fld id="{B64A6A34-91C4-4C42-AE7F-7B7AF1F8AB4F}" type="slidenum">
              <a:rPr lang="en-US" altLang="en-US"/>
              <a:pPr>
                <a:defRPr/>
              </a:pPr>
              <a:t>‹#›</a:t>
            </a:fld>
            <a:endParaRPr lang="en-US" altLang="en-US"/>
          </a:p>
        </p:txBody>
      </p:sp>
    </p:spTree>
    <p:extLst>
      <p:ext uri="{BB962C8B-B14F-4D97-AF65-F5344CB8AC3E}">
        <p14:creationId xmlns:p14="http://schemas.microsoft.com/office/powerpoint/2010/main" val="34828915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A137BFF-CBDA-BDA8-6AE0-EE0E338C0DDB}"/>
              </a:ext>
            </a:extLst>
          </p:cNvPr>
          <p:cNvSpPr/>
          <p:nvPr userDrawn="1"/>
        </p:nvSpPr>
        <p:spPr>
          <a:xfrm>
            <a:off x="4711700" y="2060575"/>
            <a:ext cx="5346700" cy="3886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640080" anchor="ctr"/>
          <a:lstStyle/>
          <a:p>
            <a:pPr algn="r" defTabSz="1018824" eaLnBrk="1" fontAlgn="auto" hangingPunct="1">
              <a:spcBef>
                <a:spcPts val="0"/>
              </a:spcBef>
              <a:spcAft>
                <a:spcPts val="0"/>
              </a:spcAft>
              <a:defRPr/>
            </a:pPr>
            <a:r>
              <a:rPr lang="en-US" sz="2006" dirty="0">
                <a:solidFill>
                  <a:srgbClr val="FF0000"/>
                </a:solidFill>
                <a:latin typeface="+mj-lt"/>
              </a:rPr>
              <a:t>INSERT IMAGE</a:t>
            </a:r>
          </a:p>
        </p:txBody>
      </p:sp>
      <p:sp>
        <p:nvSpPr>
          <p:cNvPr id="4" name="Title 1">
            <a:extLst>
              <a:ext uri="{FF2B5EF4-FFF2-40B4-BE49-F238E27FC236}">
                <a16:creationId xmlns:a16="http://schemas.microsoft.com/office/drawing/2014/main" id="{9DCD606C-A7CB-2929-26C5-319A5B0184FE}"/>
              </a:ext>
            </a:extLst>
          </p:cNvPr>
          <p:cNvSpPr txBox="1">
            <a:spLocks/>
          </p:cNvSpPr>
          <p:nvPr userDrawn="1"/>
        </p:nvSpPr>
        <p:spPr>
          <a:xfrm>
            <a:off x="0" y="2665413"/>
            <a:ext cx="6811963" cy="2743200"/>
          </a:xfrm>
          <a:prstGeom prst="rect">
            <a:avLst/>
          </a:prstGeom>
          <a:solidFill>
            <a:schemeClr val="tx2">
              <a:alpha val="85000"/>
            </a:schemeClr>
          </a:solidFill>
        </p:spPr>
        <p:txBody>
          <a:bodyPr lIns="365760" tIns="0" rIns="640080" bIns="0" anchor="ctr"/>
          <a:lstStyle>
            <a:lvl1pPr algn="l" defTabSz="914400" rtl="0" eaLnBrk="1" latinLnBrk="0" hangingPunct="1">
              <a:lnSpc>
                <a:spcPct val="90000"/>
              </a:lnSpc>
              <a:spcBef>
                <a:spcPct val="0"/>
              </a:spcBef>
              <a:buNone/>
              <a:defRPr sz="2800" b="1" kern="1200">
                <a:solidFill>
                  <a:schemeClr val="bg1"/>
                </a:solidFill>
                <a:latin typeface="+mj-lt"/>
                <a:ea typeface="+mj-ea"/>
                <a:cs typeface="+mj-cs"/>
              </a:defRPr>
            </a:lvl1pPr>
          </a:lstStyle>
          <a:p>
            <a:pPr fontAlgn="auto">
              <a:spcAft>
                <a:spcPts val="0"/>
              </a:spcAft>
              <a:defRPr/>
            </a:pPr>
            <a:endParaRPr lang="en-US" dirty="0"/>
          </a:p>
        </p:txBody>
      </p:sp>
      <p:sp>
        <p:nvSpPr>
          <p:cNvPr id="5" name="Rectangle 4">
            <a:extLst>
              <a:ext uri="{FF2B5EF4-FFF2-40B4-BE49-F238E27FC236}">
                <a16:creationId xmlns:a16="http://schemas.microsoft.com/office/drawing/2014/main" id="{0D29803D-5FF6-2319-5ACB-C5151BE8D34D}"/>
              </a:ext>
            </a:extLst>
          </p:cNvPr>
          <p:cNvSpPr/>
          <p:nvPr userDrawn="1"/>
        </p:nvSpPr>
        <p:spPr>
          <a:xfrm>
            <a:off x="682625" y="3379788"/>
            <a:ext cx="457200" cy="1371600"/>
          </a:xfrm>
          <a:prstGeom prst="rect">
            <a:avLst/>
          </a:prstGeom>
          <a:noFill/>
        </p:spPr>
        <p:txBody>
          <a:bodyPr lIns="0" tIns="0" rIns="0" bIns="457200"/>
          <a:lstStyle/>
          <a:p>
            <a:pPr algn="ctr" defTabSz="1018824" eaLnBrk="1" fontAlgn="auto" hangingPunct="1">
              <a:spcBef>
                <a:spcPts val="0"/>
              </a:spcBef>
              <a:spcAft>
                <a:spcPts val="0"/>
              </a:spcAft>
              <a:defRPr/>
            </a:pPr>
            <a:r>
              <a:rPr lang="en-US" sz="6600" dirty="0">
                <a:ln w="0"/>
                <a:solidFill>
                  <a:schemeClr val="bg1"/>
                </a:solidFill>
                <a:effectLst>
                  <a:outerShdw blurRad="38100" dist="25400" dir="5400000" algn="ctr" rotWithShape="0">
                    <a:srgbClr val="6E747A">
                      <a:alpha val="43000"/>
                    </a:srgbClr>
                  </a:outerShdw>
                </a:effectLst>
                <a:latin typeface="Times New Roman MT Extra Bold" charset="0"/>
                <a:ea typeface="Times New Roman MT Extra Bold" charset="0"/>
                <a:cs typeface="Times New Roman MT Extra Bold" charset="0"/>
              </a:rPr>
              <a:t>“</a:t>
            </a:r>
          </a:p>
        </p:txBody>
      </p:sp>
      <p:cxnSp>
        <p:nvCxnSpPr>
          <p:cNvPr id="6" name="Straight Connector 5">
            <a:extLst>
              <a:ext uri="{FF2B5EF4-FFF2-40B4-BE49-F238E27FC236}">
                <a16:creationId xmlns:a16="http://schemas.microsoft.com/office/drawing/2014/main" id="{6F1D83D7-9A79-B645-7952-573AC612B32F}"/>
              </a:ext>
            </a:extLst>
          </p:cNvPr>
          <p:cNvCxnSpPr/>
          <p:nvPr userDrawn="1"/>
        </p:nvCxnSpPr>
        <p:spPr>
          <a:xfrm flipH="1">
            <a:off x="682625" y="3378200"/>
            <a:ext cx="5302250" cy="1588"/>
          </a:xfrm>
          <a:prstGeom prst="line">
            <a:avLst/>
          </a:prstGeom>
          <a:ln w="15875">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D6594DF-329C-DE40-9439-7578F7CA0D01}"/>
              </a:ext>
            </a:extLst>
          </p:cNvPr>
          <p:cNvCxnSpPr/>
          <p:nvPr userDrawn="1"/>
        </p:nvCxnSpPr>
        <p:spPr>
          <a:xfrm flipH="1">
            <a:off x="682625" y="4754563"/>
            <a:ext cx="5302250" cy="1587"/>
          </a:xfrm>
          <a:prstGeom prst="line">
            <a:avLst/>
          </a:prstGeom>
          <a:ln w="15875">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614F0F1-176F-27FD-ED37-8BE29DB957D7}"/>
              </a:ext>
            </a:extLst>
          </p:cNvPr>
          <p:cNvSpPr/>
          <p:nvPr userDrawn="1"/>
        </p:nvSpPr>
        <p:spPr>
          <a:xfrm rot="10800000">
            <a:off x="5527675" y="3379788"/>
            <a:ext cx="457200" cy="1371600"/>
          </a:xfrm>
          <a:prstGeom prst="rect">
            <a:avLst/>
          </a:prstGeom>
          <a:noFill/>
        </p:spPr>
        <p:txBody>
          <a:bodyPr lIns="0" tIns="0" rIns="0" bIns="457200"/>
          <a:lstStyle/>
          <a:p>
            <a:pPr algn="ctr" defTabSz="1018824" eaLnBrk="1" fontAlgn="auto" hangingPunct="1">
              <a:spcBef>
                <a:spcPts val="0"/>
              </a:spcBef>
              <a:spcAft>
                <a:spcPts val="0"/>
              </a:spcAft>
              <a:defRPr/>
            </a:pPr>
            <a:r>
              <a:rPr lang="en-US" sz="6600" dirty="0">
                <a:ln w="0"/>
                <a:solidFill>
                  <a:schemeClr val="bg1"/>
                </a:solidFill>
                <a:effectLst>
                  <a:outerShdw blurRad="38100" dist="25400" dir="5400000" algn="ctr" rotWithShape="0">
                    <a:srgbClr val="6E747A">
                      <a:alpha val="43000"/>
                    </a:srgbClr>
                  </a:outerShdw>
                </a:effectLst>
                <a:latin typeface="Times New Roman MT Extra Bold" charset="0"/>
                <a:ea typeface="Times New Roman MT Extra Bold" charset="0"/>
                <a:cs typeface="Times New Roman MT Extra Bold" charset="0"/>
              </a:rPr>
              <a:t>“</a:t>
            </a:r>
          </a:p>
        </p:txBody>
      </p:sp>
      <p:pic>
        <p:nvPicPr>
          <p:cNvPr id="9" name="Content Placeholder 12" descr="image008">
            <a:extLst>
              <a:ext uri="{FF2B5EF4-FFF2-40B4-BE49-F238E27FC236}">
                <a16:creationId xmlns:a16="http://schemas.microsoft.com/office/drawing/2014/main" id="{63955501-94E1-9B58-8D23-DB5036DADD7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91515" y="685800"/>
            <a:ext cx="8675370" cy="685799"/>
          </a:xfrm>
        </p:spPr>
        <p:txBody>
          <a:bodyPr/>
          <a:lstStyle/>
          <a:p>
            <a:r>
              <a:rPr lang="en-US"/>
              <a:t>Click to edit Master title style</a:t>
            </a:r>
          </a:p>
        </p:txBody>
      </p:sp>
      <p:sp>
        <p:nvSpPr>
          <p:cNvPr id="14" name="Content Placeholder 2"/>
          <p:cNvSpPr>
            <a:spLocks noGrp="1"/>
          </p:cNvSpPr>
          <p:nvPr>
            <p:ph sz="half" idx="1"/>
          </p:nvPr>
        </p:nvSpPr>
        <p:spPr>
          <a:xfrm>
            <a:off x="681890" y="2930092"/>
            <a:ext cx="5303520" cy="440042"/>
          </a:xfrm>
        </p:spPr>
        <p:txBody>
          <a:bodyPr bIns="18288" anchor="b" anchorCtr="1"/>
          <a:lstStyle>
            <a:lvl1pPr algn="ctr">
              <a:defRPr sz="1400" cap="all" spc="300" baseline="0">
                <a:solidFill>
                  <a:schemeClr val="bg1"/>
                </a:solidFill>
                <a:latin typeface="+mn-lt"/>
              </a:defRPr>
            </a:lvl1pPr>
          </a:lstStyle>
          <a:p>
            <a:pPr lvl="0"/>
            <a:r>
              <a:rPr lang="en-US" dirty="0"/>
              <a:t>Edit Master text styles</a:t>
            </a:r>
          </a:p>
        </p:txBody>
      </p:sp>
      <p:sp>
        <p:nvSpPr>
          <p:cNvPr id="18" name="Content Placeholder 3"/>
          <p:cNvSpPr>
            <a:spLocks noGrp="1"/>
          </p:cNvSpPr>
          <p:nvPr>
            <p:ph sz="half" idx="2"/>
          </p:nvPr>
        </p:nvSpPr>
        <p:spPr>
          <a:xfrm>
            <a:off x="1161950" y="3380218"/>
            <a:ext cx="4343400" cy="1371600"/>
          </a:xfrm>
        </p:spPr>
        <p:txBody>
          <a:bodyPr anchor="ctr"/>
          <a:lstStyle>
            <a:lvl1pPr algn="l">
              <a:defRPr sz="1400" b="0">
                <a:solidFill>
                  <a:schemeClr val="bg1"/>
                </a:solidFill>
                <a:latin typeface="+mn-lt"/>
              </a:defRPr>
            </a:lvl1pPr>
          </a:lstStyle>
          <a:p>
            <a:pPr lvl="0"/>
            <a:r>
              <a:rPr lang="en-US" dirty="0"/>
              <a:t>Edit Master text styles</a:t>
            </a:r>
          </a:p>
        </p:txBody>
      </p:sp>
      <p:sp>
        <p:nvSpPr>
          <p:cNvPr id="23" name="Content Placeholder 3"/>
          <p:cNvSpPr>
            <a:spLocks noGrp="1"/>
          </p:cNvSpPr>
          <p:nvPr>
            <p:ph sz="half" idx="13"/>
          </p:nvPr>
        </p:nvSpPr>
        <p:spPr>
          <a:xfrm>
            <a:off x="681892" y="4753907"/>
            <a:ext cx="5303520" cy="288164"/>
          </a:xfrm>
        </p:spPr>
        <p:txBody>
          <a:bodyPr tIns="45720"/>
          <a:lstStyle>
            <a:lvl1pPr algn="r">
              <a:defRPr sz="1100" b="0" cap="all" baseline="0">
                <a:solidFill>
                  <a:schemeClr val="bg1"/>
                </a:solidFill>
                <a:latin typeface="+mj-lt"/>
              </a:defRPr>
            </a:lvl1pPr>
          </a:lstStyle>
          <a:p>
            <a:pPr lvl="0"/>
            <a:r>
              <a:rPr lang="en-US" dirty="0"/>
              <a:t>Edit Master text styles</a:t>
            </a:r>
          </a:p>
        </p:txBody>
      </p:sp>
      <p:sp>
        <p:nvSpPr>
          <p:cNvPr id="13" name="Content Placeholder 6"/>
          <p:cNvSpPr>
            <a:spLocks noGrp="1"/>
          </p:cNvSpPr>
          <p:nvPr>
            <p:ph sz="quarter" idx="14"/>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6">
            <a:extLst>
              <a:ext uri="{FF2B5EF4-FFF2-40B4-BE49-F238E27FC236}">
                <a16:creationId xmlns:a16="http://schemas.microsoft.com/office/drawing/2014/main" id="{FA872178-E2E4-6D01-89C4-D3E55395F19E}"/>
              </a:ext>
            </a:extLst>
          </p:cNvPr>
          <p:cNvSpPr>
            <a:spLocks noGrp="1"/>
          </p:cNvSpPr>
          <p:nvPr>
            <p:ph type="sldNum" sz="quarter" idx="15"/>
          </p:nvPr>
        </p:nvSpPr>
        <p:spPr/>
        <p:txBody>
          <a:bodyPr/>
          <a:lstStyle>
            <a:lvl1pPr>
              <a:defRPr smtClean="0"/>
            </a:lvl1pPr>
          </a:lstStyle>
          <a:p>
            <a:pPr>
              <a:defRPr/>
            </a:pPr>
            <a:fld id="{E144212F-2885-4166-A28C-F25C63A05765}" type="slidenum">
              <a:rPr lang="en-US" altLang="en-US"/>
              <a:pPr>
                <a:defRPr/>
              </a:pPr>
              <a:t>‹#›</a:t>
            </a:fld>
            <a:endParaRPr lang="en-US" altLang="en-US"/>
          </a:p>
        </p:txBody>
      </p:sp>
    </p:spTree>
    <p:extLst>
      <p:ext uri="{BB962C8B-B14F-4D97-AF65-F5344CB8AC3E}">
        <p14:creationId xmlns:p14="http://schemas.microsoft.com/office/powerpoint/2010/main" val="16915286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Content Placeholder 12" descr="image008">
            <a:extLst>
              <a:ext uri="{FF2B5EF4-FFF2-40B4-BE49-F238E27FC236}">
                <a16:creationId xmlns:a16="http://schemas.microsoft.com/office/drawing/2014/main" id="{F6C8D4BD-785C-2068-26FE-89AD214CA1D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4" name="Content Placeholder 6"/>
          <p:cNvSpPr>
            <a:spLocks noGrp="1"/>
          </p:cNvSpPr>
          <p:nvPr>
            <p:ph sz="quarter" idx="13"/>
          </p:nvPr>
        </p:nvSpPr>
        <p:spPr>
          <a:xfrm>
            <a:off x="2509584" y="7045325"/>
            <a:ext cx="6547104" cy="256032"/>
          </a:xfrm>
        </p:spPr>
        <p:txBody>
          <a:bodyPr anchor="b"/>
          <a:lstStyle>
            <a:lvl1pPr marL="0" indent="0" algn="r">
              <a:lnSpc>
                <a:spcPct val="100000"/>
              </a:lnSpc>
              <a:spcBef>
                <a:spcPts val="0"/>
              </a:spcBef>
              <a:defRPr sz="800" b="0">
                <a:solidFill>
                  <a:schemeClr val="tx1">
                    <a:lumMod val="75000"/>
                    <a:lumOff val="25000"/>
                  </a:schemeClr>
                </a:solidFill>
                <a:latin typeface="+mj-lt"/>
              </a:defRPr>
            </a:lvl1pPr>
            <a:lvl2pPr marL="115888" indent="-115888" algn="r">
              <a:lnSpc>
                <a:spcPct val="100000"/>
              </a:lnSpc>
              <a:spcBef>
                <a:spcPts val="0"/>
              </a:spcBef>
              <a:buFont typeface="+mj-lt"/>
              <a:buNone/>
              <a:defRPr sz="800">
                <a:latin typeface="+mj-lt"/>
              </a:defRPr>
            </a:lvl2pPr>
            <a:lvl3pPr marL="115888" indent="-115888" algn="r">
              <a:lnSpc>
                <a:spcPct val="100000"/>
              </a:lnSpc>
              <a:spcBef>
                <a:spcPts val="0"/>
              </a:spcBef>
              <a:defRPr sz="800">
                <a:latin typeface="+mj-lt"/>
              </a:defRPr>
            </a:lvl3pPr>
            <a:lvl4pPr marL="231775" indent="-114300" algn="r">
              <a:lnSpc>
                <a:spcPct val="100000"/>
              </a:lnSpc>
              <a:spcBef>
                <a:spcPts val="0"/>
              </a:spcBef>
              <a:defRPr sz="800">
                <a:latin typeface="+mj-lt"/>
              </a:defRPr>
            </a:lvl4pPr>
            <a:lvl5pPr marL="346075" indent="-112713" algn="r">
              <a:lnSpc>
                <a:spcPct val="100000"/>
              </a:lnSpc>
              <a:spcBef>
                <a:spcPts val="0"/>
              </a:spcBef>
              <a:defRPr sz="800">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761A6AFD-27F5-2604-582F-B3F3901028B3}"/>
              </a:ext>
            </a:extLst>
          </p:cNvPr>
          <p:cNvSpPr>
            <a:spLocks noGrp="1"/>
          </p:cNvSpPr>
          <p:nvPr>
            <p:ph type="sldNum" sz="quarter" idx="14"/>
          </p:nvPr>
        </p:nvSpPr>
        <p:spPr/>
        <p:txBody>
          <a:bodyPr/>
          <a:lstStyle>
            <a:lvl1pPr>
              <a:defRPr smtClean="0"/>
            </a:lvl1pPr>
          </a:lstStyle>
          <a:p>
            <a:pPr>
              <a:defRPr/>
            </a:pPr>
            <a:fld id="{799CB668-ED1B-40E1-B757-FF59A07DE4B1}" type="slidenum">
              <a:rPr lang="en-US" altLang="en-US"/>
              <a:pPr>
                <a:defRPr/>
              </a:pPr>
              <a:t>‹#›</a:t>
            </a:fld>
            <a:endParaRPr lang="en-US" altLang="en-US"/>
          </a:p>
        </p:txBody>
      </p:sp>
    </p:spTree>
    <p:extLst>
      <p:ext uri="{BB962C8B-B14F-4D97-AF65-F5344CB8AC3E}">
        <p14:creationId xmlns:p14="http://schemas.microsoft.com/office/powerpoint/2010/main" val="12965325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Content Placeholder 12" descr="image008">
            <a:extLst>
              <a:ext uri="{FF2B5EF4-FFF2-40B4-BE49-F238E27FC236}">
                <a16:creationId xmlns:a16="http://schemas.microsoft.com/office/drawing/2014/main" id="{5871A395-0E4C-2691-967A-AD676D81B10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1F0C919D-7DCB-36B9-5E3D-768A03A3AC25}"/>
              </a:ext>
            </a:extLst>
          </p:cNvPr>
          <p:cNvSpPr>
            <a:spLocks noGrp="1"/>
          </p:cNvSpPr>
          <p:nvPr>
            <p:ph type="sldNum" sz="quarter" idx="10"/>
          </p:nvPr>
        </p:nvSpPr>
        <p:spPr/>
        <p:txBody>
          <a:bodyPr/>
          <a:lstStyle>
            <a:lvl1pPr>
              <a:defRPr smtClean="0"/>
            </a:lvl1pPr>
          </a:lstStyle>
          <a:p>
            <a:pPr>
              <a:defRPr/>
            </a:pPr>
            <a:fld id="{5CF7122F-9142-4A0D-BAE0-6A078C6DDAA4}" type="slidenum">
              <a:rPr lang="en-US" altLang="en-US"/>
              <a:pPr>
                <a:defRPr/>
              </a:pPr>
              <a:t>‹#›</a:t>
            </a:fld>
            <a:endParaRPr lang="en-US" altLang="en-US"/>
          </a:p>
        </p:txBody>
      </p:sp>
    </p:spTree>
    <p:extLst>
      <p:ext uri="{BB962C8B-B14F-4D97-AF65-F5344CB8AC3E}">
        <p14:creationId xmlns:p14="http://schemas.microsoft.com/office/powerpoint/2010/main" val="35418336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0C0735-E95B-C867-87F7-75B506547282}"/>
              </a:ext>
            </a:extLst>
          </p:cNvPr>
          <p:cNvSpPr/>
          <p:nvPr userDrawn="1"/>
        </p:nvSpPr>
        <p:spPr>
          <a:xfrm>
            <a:off x="0" y="0"/>
            <a:ext cx="10058400" cy="7772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18824" eaLnBrk="1" fontAlgn="auto" hangingPunct="1">
              <a:spcBef>
                <a:spcPts val="0"/>
              </a:spcBef>
              <a:spcAft>
                <a:spcPts val="0"/>
              </a:spcAft>
              <a:defRPr/>
            </a:pPr>
            <a:r>
              <a:rPr lang="en-US" sz="2006" dirty="0">
                <a:solidFill>
                  <a:srgbClr val="FF0000"/>
                </a:solidFill>
                <a:latin typeface="+mj-lt"/>
              </a:rPr>
              <a:t>INSERT IMAGE</a:t>
            </a:r>
          </a:p>
        </p:txBody>
      </p:sp>
      <p:cxnSp>
        <p:nvCxnSpPr>
          <p:cNvPr id="3" name="Straight Connector 2">
            <a:extLst>
              <a:ext uri="{FF2B5EF4-FFF2-40B4-BE49-F238E27FC236}">
                <a16:creationId xmlns:a16="http://schemas.microsoft.com/office/drawing/2014/main" id="{24A46275-58B7-10D1-65F1-910C307F6CE4}"/>
              </a:ext>
            </a:extLst>
          </p:cNvPr>
          <p:cNvCxnSpPr/>
          <p:nvPr userDrawn="1"/>
        </p:nvCxnSpPr>
        <p:spPr>
          <a:xfrm flipH="1">
            <a:off x="5608638" y="3421063"/>
            <a:ext cx="3081337" cy="0"/>
          </a:xfrm>
          <a:prstGeom prst="line">
            <a:avLst/>
          </a:prstGeom>
          <a:ln w="12700">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pic>
        <p:nvPicPr>
          <p:cNvPr id="4" name="Picture 9">
            <a:extLst>
              <a:ext uri="{FF2B5EF4-FFF2-40B4-BE49-F238E27FC236}">
                <a16:creationId xmlns:a16="http://schemas.microsoft.com/office/drawing/2014/main" id="{2713BBBD-BB67-D19A-FD31-65B7148FD1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643688" y="2706688"/>
            <a:ext cx="20574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Content Placeholder 12" descr="image008">
            <a:extLst>
              <a:ext uri="{FF2B5EF4-FFF2-40B4-BE49-F238E27FC236}">
                <a16:creationId xmlns:a16="http://schemas.microsoft.com/office/drawing/2014/main" id="{93DF6177-2A88-249B-6B2F-D35039D2853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p:cNvSpPr>
            <a:spLocks noGrp="1"/>
          </p:cNvSpPr>
          <p:nvPr>
            <p:ph sz="quarter" idx="10"/>
          </p:nvPr>
        </p:nvSpPr>
        <p:spPr>
          <a:xfrm>
            <a:off x="2514600" y="3594815"/>
            <a:ext cx="6174597" cy="2449164"/>
          </a:xfrm>
        </p:spPr>
        <p:txBody>
          <a:bodyPr/>
          <a:lstStyle>
            <a:lvl1pPr algn="r">
              <a:lnSpc>
                <a:spcPct val="100000"/>
              </a:lnSpc>
              <a:defRPr sz="1400" b="0" cap="all" baseline="0">
                <a:solidFill>
                  <a:schemeClr val="bg1"/>
                </a:solidFill>
                <a:latin typeface="+mj-lt"/>
              </a:defRPr>
            </a:lvl1pPr>
            <a:lvl2pPr algn="r">
              <a:lnSpc>
                <a:spcPct val="100000"/>
              </a:lnSpc>
              <a:defRPr sz="1400" b="0">
                <a:solidFill>
                  <a:schemeClr val="bg1"/>
                </a:solidFill>
                <a:latin typeface="+mj-lt"/>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US" dirty="0"/>
              <a:t>Edit Master text styles</a:t>
            </a:r>
          </a:p>
          <a:p>
            <a:pPr lvl="1"/>
            <a:r>
              <a:rPr lang="en-US" dirty="0"/>
              <a:t>Second level</a:t>
            </a:r>
          </a:p>
        </p:txBody>
      </p:sp>
    </p:spTree>
    <p:extLst>
      <p:ext uri="{BB962C8B-B14F-4D97-AF65-F5344CB8AC3E}">
        <p14:creationId xmlns:p14="http://schemas.microsoft.com/office/powerpoint/2010/main" val="19609768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Back Page">
    <p:spTree>
      <p:nvGrpSpPr>
        <p:cNvPr id="1" name=""/>
        <p:cNvGrpSpPr/>
        <p:nvPr/>
      </p:nvGrpSpPr>
      <p:grpSpPr>
        <a:xfrm>
          <a:off x="0" y="0"/>
          <a:ext cx="0" cy="0"/>
          <a:chOff x="0" y="0"/>
          <a:chExt cx="0" cy="0"/>
        </a:xfrm>
      </p:grpSpPr>
      <p:pic>
        <p:nvPicPr>
          <p:cNvPr id="2" name="Content Placeholder 12" descr="image008">
            <a:extLst>
              <a:ext uri="{FF2B5EF4-FFF2-40B4-BE49-F238E27FC236}">
                <a16:creationId xmlns:a16="http://schemas.microsoft.com/office/drawing/2014/main" id="{ECBA542A-0D85-FB11-E917-24C24E37BF5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4"/>
          <p:cNvSpPr>
            <a:spLocks noGrp="1"/>
          </p:cNvSpPr>
          <p:nvPr>
            <p:ph sz="quarter" idx="10"/>
          </p:nvPr>
        </p:nvSpPr>
        <p:spPr>
          <a:xfrm>
            <a:off x="5159375" y="3657599"/>
            <a:ext cx="3897313" cy="3055807"/>
          </a:xfrm>
          <a:solidFill>
            <a:schemeClr val="tx2"/>
          </a:solidFill>
        </p:spPr>
        <p:txBody>
          <a:bodyPr lIns="274320" tIns="182880" rIns="274320" bIns="91440"/>
          <a:lstStyle>
            <a:lvl1pPr algn="l">
              <a:lnSpc>
                <a:spcPct val="100000"/>
              </a:lnSpc>
              <a:defRPr sz="3200" b="1" cap="none" baseline="0">
                <a:solidFill>
                  <a:schemeClr val="bg1"/>
                </a:solidFill>
                <a:latin typeface="+mj-lt"/>
              </a:defRPr>
            </a:lvl1pPr>
            <a:lvl2pPr algn="l">
              <a:lnSpc>
                <a:spcPct val="100000"/>
              </a:lnSpc>
              <a:spcBef>
                <a:spcPts val="1200"/>
              </a:spcBef>
              <a:defRPr sz="1600" b="0">
                <a:solidFill>
                  <a:schemeClr val="bg1"/>
                </a:solidFill>
                <a:latin typeface="+mj-lt"/>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US" dirty="0"/>
              <a:t>Edit Master text styles</a:t>
            </a:r>
          </a:p>
          <a:p>
            <a:pPr lvl="1"/>
            <a:r>
              <a:rPr lang="en-US" dirty="0"/>
              <a:t>Second level</a:t>
            </a:r>
          </a:p>
        </p:txBody>
      </p:sp>
      <p:sp>
        <p:nvSpPr>
          <p:cNvPr id="5" name="Content Placeholder 4"/>
          <p:cNvSpPr>
            <a:spLocks noGrp="1"/>
          </p:cNvSpPr>
          <p:nvPr>
            <p:ph sz="quarter" idx="11"/>
          </p:nvPr>
        </p:nvSpPr>
        <p:spPr>
          <a:xfrm>
            <a:off x="5159375" y="5497629"/>
            <a:ext cx="3897313" cy="1215777"/>
          </a:xfrm>
          <a:noFill/>
        </p:spPr>
        <p:txBody>
          <a:bodyPr lIns="274320" tIns="182880" rIns="274320" bIns="274320" anchor="b"/>
          <a:lstStyle>
            <a:lvl1pPr algn="l">
              <a:lnSpc>
                <a:spcPct val="100000"/>
              </a:lnSpc>
              <a:defRPr sz="1600" b="0" cap="none" baseline="0">
                <a:solidFill>
                  <a:schemeClr val="bg1"/>
                </a:solidFill>
                <a:latin typeface="+mj-lt"/>
              </a:defRPr>
            </a:lvl1pPr>
            <a:lvl2pPr algn="l">
              <a:lnSpc>
                <a:spcPct val="100000"/>
              </a:lnSpc>
              <a:spcBef>
                <a:spcPts val="1200"/>
              </a:spcBef>
              <a:defRPr sz="1600" b="0">
                <a:solidFill>
                  <a:schemeClr val="bg1"/>
                </a:solidFill>
                <a:latin typeface="+mj-lt"/>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US" dirty="0"/>
              <a:t>Edit Master text styles</a:t>
            </a:r>
          </a:p>
        </p:txBody>
      </p:sp>
    </p:spTree>
    <p:extLst>
      <p:ext uri="{BB962C8B-B14F-4D97-AF65-F5344CB8AC3E}">
        <p14:creationId xmlns:p14="http://schemas.microsoft.com/office/powerpoint/2010/main" val="11820037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62C0CA-A08A-F343-F7F3-14850251C913}"/>
              </a:ext>
            </a:extLst>
          </p:cNvPr>
          <p:cNvSpPr/>
          <p:nvPr userDrawn="1"/>
        </p:nvSpPr>
        <p:spPr>
          <a:xfrm>
            <a:off x="692150" y="2060575"/>
            <a:ext cx="1050925" cy="105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anchor="ctr" anchorCtr="1"/>
          <a:lstStyle/>
          <a:p>
            <a:pPr algn="ctr" defTabSz="1018824" eaLnBrk="1" fontAlgn="auto" hangingPunct="1">
              <a:lnSpc>
                <a:spcPct val="90000"/>
              </a:lnSpc>
              <a:spcBef>
                <a:spcPts val="0"/>
              </a:spcBef>
              <a:spcAft>
                <a:spcPts val="0"/>
              </a:spcAft>
              <a:defRPr/>
            </a:pPr>
            <a:endParaRPr lang="en-US" sz="1600" b="1" dirty="0" err="1">
              <a:latin typeface="+mj-lt"/>
            </a:endParaRPr>
          </a:p>
        </p:txBody>
      </p:sp>
      <p:sp>
        <p:nvSpPr>
          <p:cNvPr id="4" name="TextBox 8">
            <a:extLst>
              <a:ext uri="{FF2B5EF4-FFF2-40B4-BE49-F238E27FC236}">
                <a16:creationId xmlns:a16="http://schemas.microsoft.com/office/drawing/2014/main" id="{1EEE5F4A-CFB5-B8B5-DF5E-08E3AE61AEF6}"/>
              </a:ext>
            </a:extLst>
          </p:cNvPr>
          <p:cNvSpPr txBox="1">
            <a:spLocks noChangeArrowheads="1"/>
          </p:cNvSpPr>
          <p:nvPr userDrawn="1"/>
        </p:nvSpPr>
        <p:spPr bwMode="auto">
          <a:xfrm>
            <a:off x="708025" y="3111500"/>
            <a:ext cx="1052513" cy="1052513"/>
          </a:xfrm>
          <a:prstGeom prst="rect">
            <a:avLst/>
          </a:prstGeom>
          <a:noFill/>
          <a:ln>
            <a:noFill/>
          </a:ln>
        </p:spPr>
        <p:txBody>
          <a:bodyPr wrap="none" lIns="0" tIns="0" rIns="0" bIns="0" anchor="ct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fontAlgn="base">
              <a:spcBef>
                <a:spcPct val="0"/>
              </a:spcBef>
              <a:spcAft>
                <a:spcPct val="0"/>
              </a:spcAft>
              <a:defRPr sz="2000">
                <a:solidFill>
                  <a:schemeClr val="tx1"/>
                </a:solidFill>
                <a:latin typeface="Calibri" panose="020F0502020204030204" pitchFamily="34" charset="0"/>
              </a:defRPr>
            </a:lvl6pPr>
            <a:lvl7pPr marL="2971800" indent="-228600" fontAlgn="base">
              <a:spcBef>
                <a:spcPct val="0"/>
              </a:spcBef>
              <a:spcAft>
                <a:spcPct val="0"/>
              </a:spcAft>
              <a:defRPr sz="2000">
                <a:solidFill>
                  <a:schemeClr val="tx1"/>
                </a:solidFill>
                <a:latin typeface="Calibri" panose="020F0502020204030204" pitchFamily="34" charset="0"/>
              </a:defRPr>
            </a:lvl7pPr>
            <a:lvl8pPr marL="3429000" indent="-228600" fontAlgn="base">
              <a:spcBef>
                <a:spcPct val="0"/>
              </a:spcBef>
              <a:spcAft>
                <a:spcPct val="0"/>
              </a:spcAft>
              <a:defRPr sz="2000">
                <a:solidFill>
                  <a:schemeClr val="tx1"/>
                </a:solidFill>
                <a:latin typeface="Calibri" panose="020F0502020204030204" pitchFamily="34" charset="0"/>
              </a:defRPr>
            </a:lvl8pPr>
            <a:lvl9pPr marL="3886200" indent="-228600" fontAlgn="base">
              <a:spcBef>
                <a:spcPct val="0"/>
              </a:spcBef>
              <a:spcAft>
                <a:spcPct val="0"/>
              </a:spcAft>
              <a:defRPr sz="2000">
                <a:solidFill>
                  <a:schemeClr val="tx1"/>
                </a:solidFill>
                <a:latin typeface="Calibri" panose="020F0502020204030204" pitchFamily="34" charset="0"/>
              </a:defRPr>
            </a:lvl9pPr>
          </a:lstStyle>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R: 0</a:t>
            </a:r>
          </a:p>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G: 145</a:t>
            </a:r>
          </a:p>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B: 90</a:t>
            </a:r>
          </a:p>
        </p:txBody>
      </p:sp>
      <p:sp>
        <p:nvSpPr>
          <p:cNvPr id="5" name="Rectangle 4">
            <a:extLst>
              <a:ext uri="{FF2B5EF4-FFF2-40B4-BE49-F238E27FC236}">
                <a16:creationId xmlns:a16="http://schemas.microsoft.com/office/drawing/2014/main" id="{8450536D-0228-02DF-D35F-35A638571A2B}"/>
              </a:ext>
            </a:extLst>
          </p:cNvPr>
          <p:cNvSpPr/>
          <p:nvPr userDrawn="1"/>
        </p:nvSpPr>
        <p:spPr>
          <a:xfrm>
            <a:off x="692150" y="4514850"/>
            <a:ext cx="1050925" cy="1050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anchor="ctr" anchorCtr="1"/>
          <a:lstStyle/>
          <a:p>
            <a:pPr algn="ctr" defTabSz="1018824" eaLnBrk="1" fontAlgn="auto" hangingPunct="1">
              <a:lnSpc>
                <a:spcPct val="90000"/>
              </a:lnSpc>
              <a:spcBef>
                <a:spcPts val="0"/>
              </a:spcBef>
              <a:spcAft>
                <a:spcPts val="0"/>
              </a:spcAft>
              <a:defRPr/>
            </a:pPr>
            <a:endParaRPr lang="en-US" sz="1600" b="1" dirty="0" err="1">
              <a:latin typeface="+mj-lt"/>
            </a:endParaRPr>
          </a:p>
        </p:txBody>
      </p:sp>
      <p:sp>
        <p:nvSpPr>
          <p:cNvPr id="6" name="TextBox 10">
            <a:extLst>
              <a:ext uri="{FF2B5EF4-FFF2-40B4-BE49-F238E27FC236}">
                <a16:creationId xmlns:a16="http://schemas.microsoft.com/office/drawing/2014/main" id="{A103520F-1A8F-26F8-3EC4-C33BD81B0BFB}"/>
              </a:ext>
            </a:extLst>
          </p:cNvPr>
          <p:cNvSpPr txBox="1">
            <a:spLocks noChangeArrowheads="1"/>
          </p:cNvSpPr>
          <p:nvPr userDrawn="1"/>
        </p:nvSpPr>
        <p:spPr bwMode="auto">
          <a:xfrm>
            <a:off x="685800" y="5578475"/>
            <a:ext cx="1050925" cy="1050925"/>
          </a:xfrm>
          <a:prstGeom prst="rect">
            <a:avLst/>
          </a:prstGeom>
          <a:noFill/>
          <a:ln>
            <a:noFill/>
          </a:ln>
        </p:spPr>
        <p:txBody>
          <a:bodyPr wrap="none" lIns="0" tIns="0" rIns="0" bIns="0" anchor="ct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fontAlgn="base">
              <a:spcBef>
                <a:spcPct val="0"/>
              </a:spcBef>
              <a:spcAft>
                <a:spcPct val="0"/>
              </a:spcAft>
              <a:defRPr sz="2000">
                <a:solidFill>
                  <a:schemeClr val="tx1"/>
                </a:solidFill>
                <a:latin typeface="Calibri" panose="020F0502020204030204" pitchFamily="34" charset="0"/>
              </a:defRPr>
            </a:lvl6pPr>
            <a:lvl7pPr marL="2971800" indent="-228600" fontAlgn="base">
              <a:spcBef>
                <a:spcPct val="0"/>
              </a:spcBef>
              <a:spcAft>
                <a:spcPct val="0"/>
              </a:spcAft>
              <a:defRPr sz="2000">
                <a:solidFill>
                  <a:schemeClr val="tx1"/>
                </a:solidFill>
                <a:latin typeface="Calibri" panose="020F0502020204030204" pitchFamily="34" charset="0"/>
              </a:defRPr>
            </a:lvl7pPr>
            <a:lvl8pPr marL="3429000" indent="-228600" fontAlgn="base">
              <a:spcBef>
                <a:spcPct val="0"/>
              </a:spcBef>
              <a:spcAft>
                <a:spcPct val="0"/>
              </a:spcAft>
              <a:defRPr sz="2000">
                <a:solidFill>
                  <a:schemeClr val="tx1"/>
                </a:solidFill>
                <a:latin typeface="Calibri" panose="020F0502020204030204" pitchFamily="34" charset="0"/>
              </a:defRPr>
            </a:lvl8pPr>
            <a:lvl9pPr marL="3886200" indent="-228600" fontAlgn="base">
              <a:spcBef>
                <a:spcPct val="0"/>
              </a:spcBef>
              <a:spcAft>
                <a:spcPct val="0"/>
              </a:spcAft>
              <a:defRPr sz="2000">
                <a:solidFill>
                  <a:schemeClr val="tx1"/>
                </a:solidFill>
                <a:latin typeface="Calibri" panose="020F0502020204030204" pitchFamily="34" charset="0"/>
              </a:defRPr>
            </a:lvl9pPr>
          </a:lstStyle>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R: 161</a:t>
            </a:r>
          </a:p>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G: 216</a:t>
            </a:r>
          </a:p>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B: 132</a:t>
            </a:r>
          </a:p>
        </p:txBody>
      </p:sp>
      <p:sp>
        <p:nvSpPr>
          <p:cNvPr id="7" name="Rectangle 6">
            <a:extLst>
              <a:ext uri="{FF2B5EF4-FFF2-40B4-BE49-F238E27FC236}">
                <a16:creationId xmlns:a16="http://schemas.microsoft.com/office/drawing/2014/main" id="{97209C89-0A02-202F-C391-E9DF6D7E932B}"/>
              </a:ext>
            </a:extLst>
          </p:cNvPr>
          <p:cNvSpPr/>
          <p:nvPr userDrawn="1"/>
        </p:nvSpPr>
        <p:spPr>
          <a:xfrm>
            <a:off x="2522538" y="4514850"/>
            <a:ext cx="1050925" cy="1050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anchor="ctr" anchorCtr="1"/>
          <a:lstStyle/>
          <a:p>
            <a:pPr algn="ctr" defTabSz="1018824" eaLnBrk="1" fontAlgn="auto" hangingPunct="1">
              <a:lnSpc>
                <a:spcPct val="90000"/>
              </a:lnSpc>
              <a:spcBef>
                <a:spcPts val="0"/>
              </a:spcBef>
              <a:spcAft>
                <a:spcPts val="0"/>
              </a:spcAft>
              <a:defRPr/>
            </a:pPr>
            <a:endParaRPr lang="en-US" sz="1600" b="1" dirty="0" err="1">
              <a:latin typeface="+mj-lt"/>
            </a:endParaRPr>
          </a:p>
        </p:txBody>
      </p:sp>
      <p:sp>
        <p:nvSpPr>
          <p:cNvPr id="8" name="TextBox 12">
            <a:extLst>
              <a:ext uri="{FF2B5EF4-FFF2-40B4-BE49-F238E27FC236}">
                <a16:creationId xmlns:a16="http://schemas.microsoft.com/office/drawing/2014/main" id="{0485B9E8-2DAD-E655-B618-F05404D76CEE}"/>
              </a:ext>
            </a:extLst>
          </p:cNvPr>
          <p:cNvSpPr txBox="1">
            <a:spLocks noChangeArrowheads="1"/>
          </p:cNvSpPr>
          <p:nvPr userDrawn="1"/>
        </p:nvSpPr>
        <p:spPr bwMode="auto">
          <a:xfrm>
            <a:off x="2517775" y="5578475"/>
            <a:ext cx="1050925" cy="1050925"/>
          </a:xfrm>
          <a:prstGeom prst="rect">
            <a:avLst/>
          </a:prstGeom>
          <a:noFill/>
          <a:ln>
            <a:noFill/>
          </a:ln>
        </p:spPr>
        <p:txBody>
          <a:bodyPr wrap="none" lIns="0" tIns="0" rIns="0" bIns="0" anchor="ct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fontAlgn="base">
              <a:spcBef>
                <a:spcPct val="0"/>
              </a:spcBef>
              <a:spcAft>
                <a:spcPct val="0"/>
              </a:spcAft>
              <a:defRPr sz="2000">
                <a:solidFill>
                  <a:schemeClr val="tx1"/>
                </a:solidFill>
                <a:latin typeface="Calibri" panose="020F0502020204030204" pitchFamily="34" charset="0"/>
              </a:defRPr>
            </a:lvl6pPr>
            <a:lvl7pPr marL="2971800" indent="-228600" fontAlgn="base">
              <a:spcBef>
                <a:spcPct val="0"/>
              </a:spcBef>
              <a:spcAft>
                <a:spcPct val="0"/>
              </a:spcAft>
              <a:defRPr sz="2000">
                <a:solidFill>
                  <a:schemeClr val="tx1"/>
                </a:solidFill>
                <a:latin typeface="Calibri" panose="020F0502020204030204" pitchFamily="34" charset="0"/>
              </a:defRPr>
            </a:lvl7pPr>
            <a:lvl8pPr marL="3429000" indent="-228600" fontAlgn="base">
              <a:spcBef>
                <a:spcPct val="0"/>
              </a:spcBef>
              <a:spcAft>
                <a:spcPct val="0"/>
              </a:spcAft>
              <a:defRPr sz="2000">
                <a:solidFill>
                  <a:schemeClr val="tx1"/>
                </a:solidFill>
                <a:latin typeface="Calibri" panose="020F0502020204030204" pitchFamily="34" charset="0"/>
              </a:defRPr>
            </a:lvl8pPr>
            <a:lvl9pPr marL="3886200" indent="-228600" fontAlgn="base">
              <a:spcBef>
                <a:spcPct val="0"/>
              </a:spcBef>
              <a:spcAft>
                <a:spcPct val="0"/>
              </a:spcAft>
              <a:defRPr sz="2000">
                <a:solidFill>
                  <a:schemeClr val="tx1"/>
                </a:solidFill>
                <a:latin typeface="Calibri" panose="020F0502020204030204" pitchFamily="34" charset="0"/>
              </a:defRPr>
            </a:lvl9pPr>
          </a:lstStyle>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R: 92</a:t>
            </a:r>
          </a:p>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G: 184</a:t>
            </a:r>
          </a:p>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B: 178</a:t>
            </a:r>
          </a:p>
        </p:txBody>
      </p:sp>
      <p:sp>
        <p:nvSpPr>
          <p:cNvPr id="9" name="Rectangle 8">
            <a:extLst>
              <a:ext uri="{FF2B5EF4-FFF2-40B4-BE49-F238E27FC236}">
                <a16:creationId xmlns:a16="http://schemas.microsoft.com/office/drawing/2014/main" id="{9BF6143B-C52C-4E82-7F13-45AA66CC990A}"/>
              </a:ext>
            </a:extLst>
          </p:cNvPr>
          <p:cNvSpPr/>
          <p:nvPr userDrawn="1"/>
        </p:nvSpPr>
        <p:spPr>
          <a:xfrm>
            <a:off x="4352925" y="4514850"/>
            <a:ext cx="1050925" cy="10509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anchor="ctr" anchorCtr="1"/>
          <a:lstStyle/>
          <a:p>
            <a:pPr algn="ctr" defTabSz="1018824" eaLnBrk="1" fontAlgn="auto" hangingPunct="1">
              <a:lnSpc>
                <a:spcPct val="90000"/>
              </a:lnSpc>
              <a:spcBef>
                <a:spcPts val="0"/>
              </a:spcBef>
              <a:spcAft>
                <a:spcPts val="0"/>
              </a:spcAft>
              <a:defRPr/>
            </a:pPr>
            <a:endParaRPr lang="en-US" sz="1600" b="1" dirty="0" err="1">
              <a:latin typeface="+mj-lt"/>
            </a:endParaRPr>
          </a:p>
        </p:txBody>
      </p:sp>
      <p:sp>
        <p:nvSpPr>
          <p:cNvPr id="10" name="TextBox 14">
            <a:extLst>
              <a:ext uri="{FF2B5EF4-FFF2-40B4-BE49-F238E27FC236}">
                <a16:creationId xmlns:a16="http://schemas.microsoft.com/office/drawing/2014/main" id="{82D466FB-605D-DCF3-5BBD-64273B24ECED}"/>
              </a:ext>
            </a:extLst>
          </p:cNvPr>
          <p:cNvSpPr txBox="1">
            <a:spLocks noChangeArrowheads="1"/>
          </p:cNvSpPr>
          <p:nvPr userDrawn="1"/>
        </p:nvSpPr>
        <p:spPr bwMode="auto">
          <a:xfrm>
            <a:off x="4349750" y="5578475"/>
            <a:ext cx="1050925" cy="1050925"/>
          </a:xfrm>
          <a:prstGeom prst="rect">
            <a:avLst/>
          </a:prstGeom>
          <a:noFill/>
          <a:ln>
            <a:noFill/>
          </a:ln>
        </p:spPr>
        <p:txBody>
          <a:bodyPr wrap="none" lIns="0" tIns="0" rIns="0" bIns="0" anchor="ct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fontAlgn="base">
              <a:spcBef>
                <a:spcPct val="0"/>
              </a:spcBef>
              <a:spcAft>
                <a:spcPct val="0"/>
              </a:spcAft>
              <a:defRPr sz="2000">
                <a:solidFill>
                  <a:schemeClr val="tx1"/>
                </a:solidFill>
                <a:latin typeface="Calibri" panose="020F0502020204030204" pitchFamily="34" charset="0"/>
              </a:defRPr>
            </a:lvl6pPr>
            <a:lvl7pPr marL="2971800" indent="-228600" fontAlgn="base">
              <a:spcBef>
                <a:spcPct val="0"/>
              </a:spcBef>
              <a:spcAft>
                <a:spcPct val="0"/>
              </a:spcAft>
              <a:defRPr sz="2000">
                <a:solidFill>
                  <a:schemeClr val="tx1"/>
                </a:solidFill>
                <a:latin typeface="Calibri" panose="020F0502020204030204" pitchFamily="34" charset="0"/>
              </a:defRPr>
            </a:lvl7pPr>
            <a:lvl8pPr marL="3429000" indent="-228600" fontAlgn="base">
              <a:spcBef>
                <a:spcPct val="0"/>
              </a:spcBef>
              <a:spcAft>
                <a:spcPct val="0"/>
              </a:spcAft>
              <a:defRPr sz="2000">
                <a:solidFill>
                  <a:schemeClr val="tx1"/>
                </a:solidFill>
                <a:latin typeface="Calibri" panose="020F0502020204030204" pitchFamily="34" charset="0"/>
              </a:defRPr>
            </a:lvl8pPr>
            <a:lvl9pPr marL="3886200" indent="-228600" fontAlgn="base">
              <a:spcBef>
                <a:spcPct val="0"/>
              </a:spcBef>
              <a:spcAft>
                <a:spcPct val="0"/>
              </a:spcAft>
              <a:defRPr sz="2000">
                <a:solidFill>
                  <a:schemeClr val="tx1"/>
                </a:solidFill>
                <a:latin typeface="Calibri" panose="020F0502020204030204" pitchFamily="34" charset="0"/>
              </a:defRPr>
            </a:lvl9pPr>
          </a:lstStyle>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R: 177</a:t>
            </a:r>
          </a:p>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G: 179</a:t>
            </a:r>
          </a:p>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B: 179</a:t>
            </a:r>
          </a:p>
        </p:txBody>
      </p:sp>
      <p:sp>
        <p:nvSpPr>
          <p:cNvPr id="11" name="Rectangle 10">
            <a:extLst>
              <a:ext uri="{FF2B5EF4-FFF2-40B4-BE49-F238E27FC236}">
                <a16:creationId xmlns:a16="http://schemas.microsoft.com/office/drawing/2014/main" id="{866F95E9-EC57-200E-6874-86886C8A6DEB}"/>
              </a:ext>
            </a:extLst>
          </p:cNvPr>
          <p:cNvSpPr/>
          <p:nvPr userDrawn="1"/>
        </p:nvSpPr>
        <p:spPr>
          <a:xfrm>
            <a:off x="6183313" y="4514850"/>
            <a:ext cx="1050925" cy="105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anchor="ctr" anchorCtr="1"/>
          <a:lstStyle/>
          <a:p>
            <a:pPr algn="ctr" defTabSz="1018824" eaLnBrk="1" fontAlgn="auto" hangingPunct="1">
              <a:lnSpc>
                <a:spcPct val="90000"/>
              </a:lnSpc>
              <a:spcBef>
                <a:spcPts val="0"/>
              </a:spcBef>
              <a:spcAft>
                <a:spcPts val="0"/>
              </a:spcAft>
              <a:defRPr/>
            </a:pPr>
            <a:endParaRPr lang="en-US" sz="1600" b="1" dirty="0" err="1">
              <a:latin typeface="+mj-lt"/>
            </a:endParaRPr>
          </a:p>
        </p:txBody>
      </p:sp>
      <p:sp>
        <p:nvSpPr>
          <p:cNvPr id="12" name="TextBox 16">
            <a:extLst>
              <a:ext uri="{FF2B5EF4-FFF2-40B4-BE49-F238E27FC236}">
                <a16:creationId xmlns:a16="http://schemas.microsoft.com/office/drawing/2014/main" id="{94B021B4-59FF-C335-A4A7-A5C2730247D8}"/>
              </a:ext>
            </a:extLst>
          </p:cNvPr>
          <p:cNvSpPr txBox="1">
            <a:spLocks noChangeArrowheads="1"/>
          </p:cNvSpPr>
          <p:nvPr userDrawn="1"/>
        </p:nvSpPr>
        <p:spPr bwMode="auto">
          <a:xfrm>
            <a:off x="6181725" y="5578475"/>
            <a:ext cx="1050925" cy="1050925"/>
          </a:xfrm>
          <a:prstGeom prst="rect">
            <a:avLst/>
          </a:prstGeom>
          <a:noFill/>
          <a:ln>
            <a:noFill/>
          </a:ln>
        </p:spPr>
        <p:txBody>
          <a:bodyPr wrap="none" lIns="0" tIns="0" rIns="0" bIns="0" anchor="ct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fontAlgn="base">
              <a:spcBef>
                <a:spcPct val="0"/>
              </a:spcBef>
              <a:spcAft>
                <a:spcPct val="0"/>
              </a:spcAft>
              <a:defRPr sz="2000">
                <a:solidFill>
                  <a:schemeClr val="tx1"/>
                </a:solidFill>
                <a:latin typeface="Calibri" panose="020F0502020204030204" pitchFamily="34" charset="0"/>
              </a:defRPr>
            </a:lvl6pPr>
            <a:lvl7pPr marL="2971800" indent="-228600" fontAlgn="base">
              <a:spcBef>
                <a:spcPct val="0"/>
              </a:spcBef>
              <a:spcAft>
                <a:spcPct val="0"/>
              </a:spcAft>
              <a:defRPr sz="2000">
                <a:solidFill>
                  <a:schemeClr val="tx1"/>
                </a:solidFill>
                <a:latin typeface="Calibri" panose="020F0502020204030204" pitchFamily="34" charset="0"/>
              </a:defRPr>
            </a:lvl7pPr>
            <a:lvl8pPr marL="3429000" indent="-228600" fontAlgn="base">
              <a:spcBef>
                <a:spcPct val="0"/>
              </a:spcBef>
              <a:spcAft>
                <a:spcPct val="0"/>
              </a:spcAft>
              <a:defRPr sz="2000">
                <a:solidFill>
                  <a:schemeClr val="tx1"/>
                </a:solidFill>
                <a:latin typeface="Calibri" panose="020F0502020204030204" pitchFamily="34" charset="0"/>
              </a:defRPr>
            </a:lvl8pPr>
            <a:lvl9pPr marL="3886200" indent="-228600" fontAlgn="base">
              <a:spcBef>
                <a:spcPct val="0"/>
              </a:spcBef>
              <a:spcAft>
                <a:spcPct val="0"/>
              </a:spcAft>
              <a:defRPr sz="2000">
                <a:solidFill>
                  <a:schemeClr val="tx1"/>
                </a:solidFill>
                <a:latin typeface="Calibri" panose="020F0502020204030204" pitchFamily="34" charset="0"/>
              </a:defRPr>
            </a:lvl9pPr>
          </a:lstStyle>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R: 242</a:t>
            </a:r>
          </a:p>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G: 199</a:t>
            </a:r>
          </a:p>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B: 92</a:t>
            </a:r>
          </a:p>
        </p:txBody>
      </p:sp>
      <p:sp>
        <p:nvSpPr>
          <p:cNvPr id="13" name="Rectangle 12">
            <a:extLst>
              <a:ext uri="{FF2B5EF4-FFF2-40B4-BE49-F238E27FC236}">
                <a16:creationId xmlns:a16="http://schemas.microsoft.com/office/drawing/2014/main" id="{525F2425-578A-5FE6-2713-C075D3752316}"/>
              </a:ext>
            </a:extLst>
          </p:cNvPr>
          <p:cNvSpPr/>
          <p:nvPr userDrawn="1"/>
        </p:nvSpPr>
        <p:spPr>
          <a:xfrm>
            <a:off x="8013700" y="4514850"/>
            <a:ext cx="1050925" cy="105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anchor="ctr" anchorCtr="1"/>
          <a:lstStyle/>
          <a:p>
            <a:pPr algn="ctr" defTabSz="1018824" eaLnBrk="1" fontAlgn="auto" hangingPunct="1">
              <a:lnSpc>
                <a:spcPct val="90000"/>
              </a:lnSpc>
              <a:spcBef>
                <a:spcPts val="0"/>
              </a:spcBef>
              <a:spcAft>
                <a:spcPts val="0"/>
              </a:spcAft>
              <a:defRPr/>
            </a:pPr>
            <a:endParaRPr lang="en-US" sz="1600" b="1" dirty="0" err="1">
              <a:latin typeface="+mj-lt"/>
            </a:endParaRPr>
          </a:p>
        </p:txBody>
      </p:sp>
      <p:sp>
        <p:nvSpPr>
          <p:cNvPr id="14" name="TextBox 18">
            <a:extLst>
              <a:ext uri="{FF2B5EF4-FFF2-40B4-BE49-F238E27FC236}">
                <a16:creationId xmlns:a16="http://schemas.microsoft.com/office/drawing/2014/main" id="{65F716AB-3BA4-C314-EEE3-B9F6FB417CFA}"/>
              </a:ext>
            </a:extLst>
          </p:cNvPr>
          <p:cNvSpPr txBox="1">
            <a:spLocks noChangeArrowheads="1"/>
          </p:cNvSpPr>
          <p:nvPr userDrawn="1"/>
        </p:nvSpPr>
        <p:spPr bwMode="auto">
          <a:xfrm>
            <a:off x="8013700" y="5578475"/>
            <a:ext cx="1050925" cy="1050925"/>
          </a:xfrm>
          <a:prstGeom prst="rect">
            <a:avLst/>
          </a:prstGeom>
          <a:noFill/>
          <a:ln>
            <a:noFill/>
          </a:ln>
        </p:spPr>
        <p:txBody>
          <a:bodyPr wrap="none" lIns="0" tIns="0" rIns="0" bIns="0" anchor="ctr"/>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fontAlgn="base">
              <a:spcBef>
                <a:spcPct val="0"/>
              </a:spcBef>
              <a:spcAft>
                <a:spcPct val="0"/>
              </a:spcAft>
              <a:defRPr sz="2000">
                <a:solidFill>
                  <a:schemeClr val="tx1"/>
                </a:solidFill>
                <a:latin typeface="Calibri" panose="020F0502020204030204" pitchFamily="34" charset="0"/>
              </a:defRPr>
            </a:lvl6pPr>
            <a:lvl7pPr marL="2971800" indent="-228600" fontAlgn="base">
              <a:spcBef>
                <a:spcPct val="0"/>
              </a:spcBef>
              <a:spcAft>
                <a:spcPct val="0"/>
              </a:spcAft>
              <a:defRPr sz="2000">
                <a:solidFill>
                  <a:schemeClr val="tx1"/>
                </a:solidFill>
                <a:latin typeface="Calibri" panose="020F0502020204030204" pitchFamily="34" charset="0"/>
              </a:defRPr>
            </a:lvl7pPr>
            <a:lvl8pPr marL="3429000" indent="-228600" fontAlgn="base">
              <a:spcBef>
                <a:spcPct val="0"/>
              </a:spcBef>
              <a:spcAft>
                <a:spcPct val="0"/>
              </a:spcAft>
              <a:defRPr sz="2000">
                <a:solidFill>
                  <a:schemeClr val="tx1"/>
                </a:solidFill>
                <a:latin typeface="Calibri" panose="020F0502020204030204" pitchFamily="34" charset="0"/>
              </a:defRPr>
            </a:lvl8pPr>
            <a:lvl9pPr marL="3886200" indent="-228600" fontAlgn="base">
              <a:spcBef>
                <a:spcPct val="0"/>
              </a:spcBef>
              <a:spcAft>
                <a:spcPct val="0"/>
              </a:spcAft>
              <a:defRPr sz="2000">
                <a:solidFill>
                  <a:schemeClr val="tx1"/>
                </a:solidFill>
                <a:latin typeface="Calibri" panose="020F0502020204030204" pitchFamily="34" charset="0"/>
              </a:defRPr>
            </a:lvl9pPr>
          </a:lstStyle>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R: 37</a:t>
            </a:r>
          </a:p>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G: 74</a:t>
            </a:r>
          </a:p>
          <a:p>
            <a:pPr defTabSz="914400" eaLnBrk="1" hangingPunct="1">
              <a:lnSpc>
                <a:spcPct val="90000"/>
              </a:lnSpc>
              <a:spcBef>
                <a:spcPts val="500"/>
              </a:spcBef>
              <a:defRPr/>
            </a:pPr>
            <a:r>
              <a:rPr lang="en-US" altLang="en-US" sz="1600">
                <a:solidFill>
                  <a:srgbClr val="404040"/>
                </a:solidFill>
                <a:latin typeface="Calibri Light" panose="020F0302020204030204" pitchFamily="34" charset="0"/>
              </a:rPr>
              <a:t>B: 93</a:t>
            </a:r>
          </a:p>
        </p:txBody>
      </p:sp>
      <p:pic>
        <p:nvPicPr>
          <p:cNvPr id="15" name="Content Placeholder 12" descr="image008">
            <a:extLst>
              <a:ext uri="{FF2B5EF4-FFF2-40B4-BE49-F238E27FC236}">
                <a16:creationId xmlns:a16="http://schemas.microsoft.com/office/drawing/2014/main" id="{EFF5C36E-004A-5E1B-2D7D-2FA98E31529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16" name="Slide Number Placeholder 4">
            <a:extLst>
              <a:ext uri="{FF2B5EF4-FFF2-40B4-BE49-F238E27FC236}">
                <a16:creationId xmlns:a16="http://schemas.microsoft.com/office/drawing/2014/main" id="{7A1B6816-07ED-6796-2B7B-7E2101A870DF}"/>
              </a:ext>
            </a:extLst>
          </p:cNvPr>
          <p:cNvSpPr>
            <a:spLocks noGrp="1"/>
          </p:cNvSpPr>
          <p:nvPr>
            <p:ph type="sldNum" sz="quarter" idx="10"/>
          </p:nvPr>
        </p:nvSpPr>
        <p:spPr/>
        <p:txBody>
          <a:bodyPr/>
          <a:lstStyle>
            <a:lvl1pPr>
              <a:defRPr smtClean="0"/>
            </a:lvl1pPr>
          </a:lstStyle>
          <a:p>
            <a:pPr>
              <a:defRPr/>
            </a:pPr>
            <a:fld id="{8C400A32-9330-44CE-A2FD-E04ED79DBA7A}" type="slidenum">
              <a:rPr lang="en-US" altLang="en-US"/>
              <a:pPr>
                <a:defRPr/>
              </a:pPr>
              <a:t>‹#›</a:t>
            </a:fld>
            <a:endParaRPr lang="en-US" altLang="en-US"/>
          </a:p>
        </p:txBody>
      </p:sp>
    </p:spTree>
    <p:extLst>
      <p:ext uri="{BB962C8B-B14F-4D97-AF65-F5344CB8AC3E}">
        <p14:creationId xmlns:p14="http://schemas.microsoft.com/office/powerpoint/2010/main" val="15966665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Graphic Op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3C4193-F669-DAAF-6DBB-00C8E4F17328}"/>
              </a:ext>
            </a:extLst>
          </p:cNvPr>
          <p:cNvSpPr/>
          <p:nvPr userDrawn="1"/>
        </p:nvSpPr>
        <p:spPr>
          <a:xfrm>
            <a:off x="692150" y="2060575"/>
            <a:ext cx="2057400" cy="100647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80160" anchor="ctr"/>
          <a:lstStyle/>
          <a:p>
            <a:pPr algn="r" defTabSz="1018824" eaLnBrk="1" fontAlgn="auto" hangingPunct="1">
              <a:spcBef>
                <a:spcPts val="0"/>
              </a:spcBef>
              <a:spcAft>
                <a:spcPts val="0"/>
              </a:spcAft>
              <a:defRPr/>
            </a:pPr>
            <a:r>
              <a:rPr lang="en-US" sz="1100" dirty="0" err="1">
                <a:solidFill>
                  <a:schemeClr val="tx1">
                    <a:lumMod val="75000"/>
                    <a:lumOff val="25000"/>
                  </a:schemeClr>
                </a:solidFill>
                <a:latin typeface="+mj-lt"/>
              </a:rPr>
              <a:t>Tbd</a:t>
            </a:r>
            <a:endParaRPr lang="en-US" sz="1100" baseline="30000" dirty="0">
              <a:solidFill>
                <a:schemeClr val="tx1">
                  <a:lumMod val="75000"/>
                  <a:lumOff val="25000"/>
                </a:schemeClr>
              </a:solidFill>
              <a:latin typeface="+mj-lt"/>
            </a:endParaRPr>
          </a:p>
        </p:txBody>
      </p:sp>
      <p:sp>
        <p:nvSpPr>
          <p:cNvPr id="4" name="Arrow: Pentagon 5">
            <a:extLst>
              <a:ext uri="{FF2B5EF4-FFF2-40B4-BE49-F238E27FC236}">
                <a16:creationId xmlns:a16="http://schemas.microsoft.com/office/drawing/2014/main" id="{4AFA2FE9-0FBD-2A5A-E029-31237DEBE7DB}"/>
              </a:ext>
            </a:extLst>
          </p:cNvPr>
          <p:cNvSpPr/>
          <p:nvPr userDrawn="1"/>
        </p:nvSpPr>
        <p:spPr>
          <a:xfrm>
            <a:off x="692150" y="2060575"/>
            <a:ext cx="1187450" cy="1006475"/>
          </a:xfrm>
          <a:prstGeom prst="homePlate">
            <a:avLst>
              <a:gd name="adj" fmla="val 2175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anchor="ctr" anchorCtr="1"/>
          <a:lstStyle/>
          <a:p>
            <a:pPr algn="ctr" defTabSz="1018824" eaLnBrk="1" fontAlgn="auto" hangingPunct="1">
              <a:lnSpc>
                <a:spcPct val="90000"/>
              </a:lnSpc>
              <a:spcBef>
                <a:spcPts val="0"/>
              </a:spcBef>
              <a:spcAft>
                <a:spcPts val="0"/>
              </a:spcAft>
              <a:defRPr/>
            </a:pPr>
            <a:r>
              <a:rPr lang="en-US" sz="2400" b="1" dirty="0">
                <a:solidFill>
                  <a:schemeClr val="bg1"/>
                </a:solidFill>
                <a:latin typeface="+mj-lt"/>
                <a:ea typeface="Arial" charset="0"/>
                <a:cs typeface="Arial" charset="0"/>
              </a:rPr>
              <a:t>TBD</a:t>
            </a:r>
          </a:p>
        </p:txBody>
      </p:sp>
      <p:sp>
        <p:nvSpPr>
          <p:cNvPr id="5" name="Rectangle 4">
            <a:extLst>
              <a:ext uri="{FF2B5EF4-FFF2-40B4-BE49-F238E27FC236}">
                <a16:creationId xmlns:a16="http://schemas.microsoft.com/office/drawing/2014/main" id="{2AC8363F-844C-BF49-BD48-E10B9F8CCE57}"/>
              </a:ext>
            </a:extLst>
          </p:cNvPr>
          <p:cNvSpPr/>
          <p:nvPr userDrawn="1"/>
        </p:nvSpPr>
        <p:spPr>
          <a:xfrm>
            <a:off x="2852738" y="2060575"/>
            <a:ext cx="2057400" cy="100647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80160" anchor="ctr"/>
          <a:lstStyle/>
          <a:p>
            <a:pPr algn="r" defTabSz="1018824" eaLnBrk="1" fontAlgn="auto" hangingPunct="1">
              <a:spcBef>
                <a:spcPts val="0"/>
              </a:spcBef>
              <a:spcAft>
                <a:spcPts val="0"/>
              </a:spcAft>
              <a:defRPr/>
            </a:pPr>
            <a:r>
              <a:rPr lang="en-US" sz="1100" dirty="0" err="1">
                <a:solidFill>
                  <a:schemeClr val="tx1">
                    <a:lumMod val="75000"/>
                    <a:lumOff val="25000"/>
                  </a:schemeClr>
                </a:solidFill>
                <a:latin typeface="+mj-lt"/>
              </a:rPr>
              <a:t>Tbd</a:t>
            </a:r>
            <a:endParaRPr lang="en-US" sz="1100" dirty="0">
              <a:solidFill>
                <a:schemeClr val="tx1">
                  <a:lumMod val="75000"/>
                  <a:lumOff val="25000"/>
                </a:schemeClr>
              </a:solidFill>
              <a:latin typeface="+mj-lt"/>
            </a:endParaRPr>
          </a:p>
        </p:txBody>
      </p:sp>
      <p:sp>
        <p:nvSpPr>
          <p:cNvPr id="6" name="Arrow: Pentagon 7">
            <a:extLst>
              <a:ext uri="{FF2B5EF4-FFF2-40B4-BE49-F238E27FC236}">
                <a16:creationId xmlns:a16="http://schemas.microsoft.com/office/drawing/2014/main" id="{16DCB0BE-40E6-1253-21A9-D70FE4713E21}"/>
              </a:ext>
            </a:extLst>
          </p:cNvPr>
          <p:cNvSpPr/>
          <p:nvPr userDrawn="1"/>
        </p:nvSpPr>
        <p:spPr>
          <a:xfrm>
            <a:off x="2852738" y="2060575"/>
            <a:ext cx="1187450" cy="1006475"/>
          </a:xfrm>
          <a:prstGeom prst="homePlate">
            <a:avLst>
              <a:gd name="adj" fmla="val 2175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anchor="ctr" anchorCtr="1"/>
          <a:lstStyle/>
          <a:p>
            <a:pPr algn="ctr" defTabSz="1018824" eaLnBrk="1" fontAlgn="auto" hangingPunct="1">
              <a:lnSpc>
                <a:spcPct val="90000"/>
              </a:lnSpc>
              <a:spcBef>
                <a:spcPts val="0"/>
              </a:spcBef>
              <a:spcAft>
                <a:spcPts val="0"/>
              </a:spcAft>
              <a:defRPr/>
            </a:pPr>
            <a:r>
              <a:rPr lang="en-US" sz="2400" b="1" dirty="0">
                <a:solidFill>
                  <a:schemeClr val="bg1"/>
                </a:solidFill>
                <a:latin typeface="+mj-lt"/>
                <a:ea typeface="Arial" charset="0"/>
                <a:cs typeface="Arial" charset="0"/>
              </a:rPr>
              <a:t>TBD</a:t>
            </a:r>
          </a:p>
        </p:txBody>
      </p:sp>
      <p:sp>
        <p:nvSpPr>
          <p:cNvPr id="7" name="Rectangle 6">
            <a:extLst>
              <a:ext uri="{FF2B5EF4-FFF2-40B4-BE49-F238E27FC236}">
                <a16:creationId xmlns:a16="http://schemas.microsoft.com/office/drawing/2014/main" id="{83F37516-B7D9-7AB2-48BD-263113A6C166}"/>
              </a:ext>
            </a:extLst>
          </p:cNvPr>
          <p:cNvSpPr/>
          <p:nvPr userDrawn="1"/>
        </p:nvSpPr>
        <p:spPr>
          <a:xfrm>
            <a:off x="692150" y="3171825"/>
            <a:ext cx="2057400" cy="100647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80160" anchor="ctr"/>
          <a:lstStyle/>
          <a:p>
            <a:pPr algn="r" defTabSz="1018824" eaLnBrk="1" fontAlgn="auto" hangingPunct="1">
              <a:spcBef>
                <a:spcPts val="0"/>
              </a:spcBef>
              <a:spcAft>
                <a:spcPts val="0"/>
              </a:spcAft>
              <a:defRPr/>
            </a:pPr>
            <a:r>
              <a:rPr lang="en-US" sz="1100" dirty="0" err="1">
                <a:solidFill>
                  <a:schemeClr val="tx1">
                    <a:lumMod val="75000"/>
                    <a:lumOff val="25000"/>
                  </a:schemeClr>
                </a:solidFill>
                <a:latin typeface="+mj-lt"/>
              </a:rPr>
              <a:t>Tbd</a:t>
            </a:r>
            <a:endParaRPr lang="en-US" sz="1100" dirty="0">
              <a:solidFill>
                <a:schemeClr val="tx1">
                  <a:lumMod val="75000"/>
                  <a:lumOff val="25000"/>
                </a:schemeClr>
              </a:solidFill>
              <a:latin typeface="+mj-lt"/>
            </a:endParaRPr>
          </a:p>
        </p:txBody>
      </p:sp>
      <p:sp>
        <p:nvSpPr>
          <p:cNvPr id="8" name="Arrow: Pentagon 9">
            <a:extLst>
              <a:ext uri="{FF2B5EF4-FFF2-40B4-BE49-F238E27FC236}">
                <a16:creationId xmlns:a16="http://schemas.microsoft.com/office/drawing/2014/main" id="{E1516AA0-E1C0-32B2-A2B1-DC0B06591998}"/>
              </a:ext>
            </a:extLst>
          </p:cNvPr>
          <p:cNvSpPr/>
          <p:nvPr userDrawn="1"/>
        </p:nvSpPr>
        <p:spPr>
          <a:xfrm>
            <a:off x="692150" y="3171825"/>
            <a:ext cx="1187450" cy="1006475"/>
          </a:xfrm>
          <a:prstGeom prst="homePlate">
            <a:avLst>
              <a:gd name="adj" fmla="val 2175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algn="ctr" defTabSz="1018824" eaLnBrk="1" fontAlgn="auto" hangingPunct="1">
              <a:lnSpc>
                <a:spcPct val="90000"/>
              </a:lnSpc>
              <a:spcBef>
                <a:spcPts val="0"/>
              </a:spcBef>
              <a:spcAft>
                <a:spcPts val="0"/>
              </a:spcAft>
              <a:defRPr/>
            </a:pPr>
            <a:r>
              <a:rPr lang="en-US" sz="2400" b="1" dirty="0">
                <a:solidFill>
                  <a:schemeClr val="bg1"/>
                </a:solidFill>
                <a:latin typeface="+mj-lt"/>
                <a:ea typeface="Arial" charset="0"/>
                <a:cs typeface="Arial" charset="0"/>
              </a:rPr>
              <a:t>TBD</a:t>
            </a:r>
          </a:p>
        </p:txBody>
      </p:sp>
      <p:sp>
        <p:nvSpPr>
          <p:cNvPr id="9" name="Rectangle 8">
            <a:extLst>
              <a:ext uri="{FF2B5EF4-FFF2-40B4-BE49-F238E27FC236}">
                <a16:creationId xmlns:a16="http://schemas.microsoft.com/office/drawing/2014/main" id="{7860FBD3-A23C-FD93-8168-D1578023F190}"/>
              </a:ext>
            </a:extLst>
          </p:cNvPr>
          <p:cNvSpPr/>
          <p:nvPr userDrawn="1"/>
        </p:nvSpPr>
        <p:spPr>
          <a:xfrm>
            <a:off x="2852738" y="3171825"/>
            <a:ext cx="2057400" cy="100647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80160" anchor="ctr"/>
          <a:lstStyle/>
          <a:p>
            <a:pPr algn="r" defTabSz="1018824" eaLnBrk="1" fontAlgn="auto" hangingPunct="1">
              <a:spcBef>
                <a:spcPts val="0"/>
              </a:spcBef>
              <a:spcAft>
                <a:spcPts val="0"/>
              </a:spcAft>
              <a:defRPr/>
            </a:pPr>
            <a:r>
              <a:rPr lang="en-US" sz="1100" dirty="0" err="1">
                <a:solidFill>
                  <a:schemeClr val="tx1">
                    <a:lumMod val="75000"/>
                    <a:lumOff val="25000"/>
                  </a:schemeClr>
                </a:solidFill>
                <a:latin typeface="+mj-lt"/>
              </a:rPr>
              <a:t>Tbd</a:t>
            </a:r>
            <a:endParaRPr lang="en-US" sz="1100" dirty="0">
              <a:solidFill>
                <a:schemeClr val="tx1">
                  <a:lumMod val="75000"/>
                  <a:lumOff val="25000"/>
                </a:schemeClr>
              </a:solidFill>
              <a:latin typeface="+mj-lt"/>
            </a:endParaRPr>
          </a:p>
        </p:txBody>
      </p:sp>
      <p:sp>
        <p:nvSpPr>
          <p:cNvPr id="10" name="Arrow: Pentagon 11">
            <a:extLst>
              <a:ext uri="{FF2B5EF4-FFF2-40B4-BE49-F238E27FC236}">
                <a16:creationId xmlns:a16="http://schemas.microsoft.com/office/drawing/2014/main" id="{F2E9A521-5704-0195-0B5C-E8C598FA47BF}"/>
              </a:ext>
            </a:extLst>
          </p:cNvPr>
          <p:cNvSpPr/>
          <p:nvPr userDrawn="1"/>
        </p:nvSpPr>
        <p:spPr>
          <a:xfrm>
            <a:off x="2852738" y="3171825"/>
            <a:ext cx="1187450" cy="1006475"/>
          </a:xfrm>
          <a:prstGeom prst="homePlate">
            <a:avLst>
              <a:gd name="adj" fmla="val 2175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anchor="ctr" anchorCtr="1"/>
          <a:lstStyle/>
          <a:p>
            <a:pPr algn="ctr" defTabSz="1018824" eaLnBrk="1" fontAlgn="auto" hangingPunct="1">
              <a:lnSpc>
                <a:spcPct val="90000"/>
              </a:lnSpc>
              <a:spcBef>
                <a:spcPts val="0"/>
              </a:spcBef>
              <a:spcAft>
                <a:spcPts val="0"/>
              </a:spcAft>
              <a:defRPr/>
            </a:pPr>
            <a:r>
              <a:rPr lang="en-US" sz="2400" b="1" dirty="0">
                <a:solidFill>
                  <a:schemeClr val="bg1"/>
                </a:solidFill>
                <a:latin typeface="+mj-lt"/>
                <a:ea typeface="Arial" charset="0"/>
                <a:cs typeface="Arial" charset="0"/>
              </a:rPr>
              <a:t>TBD</a:t>
            </a:r>
          </a:p>
        </p:txBody>
      </p:sp>
      <p:sp>
        <p:nvSpPr>
          <p:cNvPr id="11" name="TextBox 15">
            <a:extLst>
              <a:ext uri="{FF2B5EF4-FFF2-40B4-BE49-F238E27FC236}">
                <a16:creationId xmlns:a16="http://schemas.microsoft.com/office/drawing/2014/main" id="{44A9A4B7-F9B2-5FC9-8DA9-9B7937ED58D0}"/>
              </a:ext>
            </a:extLst>
          </p:cNvPr>
          <p:cNvSpPr txBox="1">
            <a:spLocks noChangeArrowheads="1"/>
          </p:cNvSpPr>
          <p:nvPr userDrawn="1"/>
        </p:nvSpPr>
        <p:spPr bwMode="auto">
          <a:xfrm>
            <a:off x="685800" y="1684338"/>
            <a:ext cx="4213225" cy="376237"/>
          </a:xfrm>
          <a:prstGeom prst="rect">
            <a:avLst/>
          </a:prstGeom>
          <a:noFill/>
          <a:ln>
            <a:noFill/>
          </a:ln>
        </p:spPr>
        <p:txBody>
          <a:bodyPr wrap="none" lIns="0" tIns="0" rIns="0" bIns="0"/>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fontAlgn="base">
              <a:spcBef>
                <a:spcPct val="0"/>
              </a:spcBef>
              <a:spcAft>
                <a:spcPct val="0"/>
              </a:spcAft>
              <a:defRPr sz="2000">
                <a:solidFill>
                  <a:schemeClr val="tx1"/>
                </a:solidFill>
                <a:latin typeface="Calibri" panose="020F0502020204030204" pitchFamily="34" charset="0"/>
              </a:defRPr>
            </a:lvl6pPr>
            <a:lvl7pPr marL="2971800" indent="-228600" fontAlgn="base">
              <a:spcBef>
                <a:spcPct val="0"/>
              </a:spcBef>
              <a:spcAft>
                <a:spcPct val="0"/>
              </a:spcAft>
              <a:defRPr sz="2000">
                <a:solidFill>
                  <a:schemeClr val="tx1"/>
                </a:solidFill>
                <a:latin typeface="Calibri" panose="020F0502020204030204" pitchFamily="34" charset="0"/>
              </a:defRPr>
            </a:lvl7pPr>
            <a:lvl8pPr marL="3429000" indent="-228600" fontAlgn="base">
              <a:spcBef>
                <a:spcPct val="0"/>
              </a:spcBef>
              <a:spcAft>
                <a:spcPct val="0"/>
              </a:spcAft>
              <a:defRPr sz="2000">
                <a:solidFill>
                  <a:schemeClr val="tx1"/>
                </a:solidFill>
                <a:latin typeface="Calibri" panose="020F0502020204030204" pitchFamily="34" charset="0"/>
              </a:defRPr>
            </a:lvl8pPr>
            <a:lvl9pPr marL="3886200" indent="-228600" fontAlgn="base">
              <a:spcBef>
                <a:spcPct val="0"/>
              </a:spcBef>
              <a:spcAft>
                <a:spcPct val="0"/>
              </a:spcAft>
              <a:defRPr sz="2000">
                <a:solidFill>
                  <a:schemeClr val="tx1"/>
                </a:solidFill>
                <a:latin typeface="Calibri" panose="020F0502020204030204" pitchFamily="34" charset="0"/>
              </a:defRPr>
            </a:lvl9pPr>
          </a:lstStyle>
          <a:p>
            <a:pPr defTabSz="914400" eaLnBrk="1" hangingPunct="1">
              <a:lnSpc>
                <a:spcPct val="110000"/>
              </a:lnSpc>
              <a:spcBef>
                <a:spcPts val="1000"/>
              </a:spcBef>
              <a:buFont typeface="Arial" panose="020B0604020202020204" pitchFamily="34" charset="0"/>
              <a:buNone/>
              <a:defRPr/>
            </a:pPr>
            <a:r>
              <a:rPr lang="en-US" altLang="en-US" sz="1400" b="1">
                <a:solidFill>
                  <a:schemeClr val="tx2"/>
                </a:solidFill>
                <a:latin typeface="Calibri Light" panose="020F0302020204030204" pitchFamily="34" charset="0"/>
              </a:rPr>
              <a:t>Internal Reporting</a:t>
            </a:r>
          </a:p>
        </p:txBody>
      </p:sp>
      <p:sp>
        <p:nvSpPr>
          <p:cNvPr id="12" name="TextBox 16">
            <a:extLst>
              <a:ext uri="{FF2B5EF4-FFF2-40B4-BE49-F238E27FC236}">
                <a16:creationId xmlns:a16="http://schemas.microsoft.com/office/drawing/2014/main" id="{D68811BE-57A9-F7B4-0643-484AA86F6572}"/>
              </a:ext>
            </a:extLst>
          </p:cNvPr>
          <p:cNvSpPr txBox="1">
            <a:spLocks noChangeArrowheads="1"/>
          </p:cNvSpPr>
          <p:nvPr userDrawn="1"/>
        </p:nvSpPr>
        <p:spPr bwMode="auto">
          <a:xfrm>
            <a:off x="5153025" y="1681163"/>
            <a:ext cx="4213225" cy="376237"/>
          </a:xfrm>
          <a:prstGeom prst="rect">
            <a:avLst/>
          </a:prstGeom>
          <a:noFill/>
          <a:ln>
            <a:noFill/>
          </a:ln>
        </p:spPr>
        <p:txBody>
          <a:bodyPr wrap="none" lIns="0" tIns="0" rIns="0" bIns="0"/>
          <a:lstStyle>
            <a:lvl1pPr>
              <a:defRPr sz="2000">
                <a:solidFill>
                  <a:schemeClr val="tx1"/>
                </a:solidFill>
                <a:latin typeface="Calibri" panose="020F0502020204030204" pitchFamily="34" charset="0"/>
              </a:defRPr>
            </a:lvl1pPr>
            <a:lvl2pPr marL="742950" indent="-285750">
              <a:defRPr sz="2000">
                <a:solidFill>
                  <a:schemeClr val="tx1"/>
                </a:solidFill>
                <a:latin typeface="Calibri" panose="020F0502020204030204" pitchFamily="34" charset="0"/>
              </a:defRPr>
            </a:lvl2pPr>
            <a:lvl3pPr marL="1143000" indent="-228600">
              <a:defRPr sz="2000">
                <a:solidFill>
                  <a:schemeClr val="tx1"/>
                </a:solidFill>
                <a:latin typeface="Calibri" panose="020F0502020204030204" pitchFamily="34" charset="0"/>
              </a:defRPr>
            </a:lvl3pPr>
            <a:lvl4pPr marL="1600200" indent="-228600">
              <a:defRPr sz="2000">
                <a:solidFill>
                  <a:schemeClr val="tx1"/>
                </a:solidFill>
                <a:latin typeface="Calibri" panose="020F0502020204030204" pitchFamily="34" charset="0"/>
              </a:defRPr>
            </a:lvl4pPr>
            <a:lvl5pPr marL="2057400" indent="-228600">
              <a:defRPr sz="2000">
                <a:solidFill>
                  <a:schemeClr val="tx1"/>
                </a:solidFill>
                <a:latin typeface="Calibri" panose="020F0502020204030204" pitchFamily="34" charset="0"/>
              </a:defRPr>
            </a:lvl5pPr>
            <a:lvl6pPr marL="2514600" indent="-228600" fontAlgn="base">
              <a:spcBef>
                <a:spcPct val="0"/>
              </a:spcBef>
              <a:spcAft>
                <a:spcPct val="0"/>
              </a:spcAft>
              <a:defRPr sz="2000">
                <a:solidFill>
                  <a:schemeClr val="tx1"/>
                </a:solidFill>
                <a:latin typeface="Calibri" panose="020F0502020204030204" pitchFamily="34" charset="0"/>
              </a:defRPr>
            </a:lvl6pPr>
            <a:lvl7pPr marL="2971800" indent="-228600" fontAlgn="base">
              <a:spcBef>
                <a:spcPct val="0"/>
              </a:spcBef>
              <a:spcAft>
                <a:spcPct val="0"/>
              </a:spcAft>
              <a:defRPr sz="2000">
                <a:solidFill>
                  <a:schemeClr val="tx1"/>
                </a:solidFill>
                <a:latin typeface="Calibri" panose="020F0502020204030204" pitchFamily="34" charset="0"/>
              </a:defRPr>
            </a:lvl7pPr>
            <a:lvl8pPr marL="3429000" indent="-228600" fontAlgn="base">
              <a:spcBef>
                <a:spcPct val="0"/>
              </a:spcBef>
              <a:spcAft>
                <a:spcPct val="0"/>
              </a:spcAft>
              <a:defRPr sz="2000">
                <a:solidFill>
                  <a:schemeClr val="tx1"/>
                </a:solidFill>
                <a:latin typeface="Calibri" panose="020F0502020204030204" pitchFamily="34" charset="0"/>
              </a:defRPr>
            </a:lvl8pPr>
            <a:lvl9pPr marL="3886200" indent="-228600" fontAlgn="base">
              <a:spcBef>
                <a:spcPct val="0"/>
              </a:spcBef>
              <a:spcAft>
                <a:spcPct val="0"/>
              </a:spcAft>
              <a:defRPr sz="2000">
                <a:solidFill>
                  <a:schemeClr val="tx1"/>
                </a:solidFill>
                <a:latin typeface="Calibri" panose="020F0502020204030204" pitchFamily="34" charset="0"/>
              </a:defRPr>
            </a:lvl9pPr>
          </a:lstStyle>
          <a:p>
            <a:pPr defTabSz="914400" eaLnBrk="1" hangingPunct="1">
              <a:lnSpc>
                <a:spcPct val="110000"/>
              </a:lnSpc>
              <a:spcBef>
                <a:spcPts val="1000"/>
              </a:spcBef>
              <a:buFont typeface="Arial" panose="020B0604020202020204" pitchFamily="34" charset="0"/>
              <a:buNone/>
              <a:defRPr/>
            </a:pPr>
            <a:r>
              <a:rPr lang="en-US" altLang="en-US" sz="1400" b="1">
                <a:solidFill>
                  <a:schemeClr val="tx2"/>
                </a:solidFill>
                <a:latin typeface="Calibri Light" panose="020F0302020204030204" pitchFamily="34" charset="0"/>
              </a:rPr>
              <a:t>From Outside Sources</a:t>
            </a:r>
          </a:p>
        </p:txBody>
      </p:sp>
      <p:sp>
        <p:nvSpPr>
          <p:cNvPr id="13" name="Rectangle 12">
            <a:extLst>
              <a:ext uri="{FF2B5EF4-FFF2-40B4-BE49-F238E27FC236}">
                <a16:creationId xmlns:a16="http://schemas.microsoft.com/office/drawing/2014/main" id="{5EF10C82-55A2-98CA-56BE-A6A7BC6301B2}"/>
              </a:ext>
            </a:extLst>
          </p:cNvPr>
          <p:cNvSpPr/>
          <p:nvPr userDrawn="1"/>
        </p:nvSpPr>
        <p:spPr>
          <a:xfrm>
            <a:off x="5773738" y="2574925"/>
            <a:ext cx="1371600" cy="1143000"/>
          </a:xfrm>
          <a:prstGeom prst="rect">
            <a:avLst/>
          </a:prstGeom>
          <a:solidFill>
            <a:schemeClr val="bg1"/>
          </a:solidFill>
          <a:ln w="34925" cmpd="sng">
            <a:solidFill>
              <a:schemeClr val="accent2"/>
            </a:solidFill>
          </a:ln>
          <a:effectLst>
            <a:outerShdw blurRad="50800" dist="38100" dir="2700000" sx="98000" sy="98000" algn="tl"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548640" rIns="45720" bIns="91440" anchor="ctr" anchorCtr="1"/>
          <a:lstStyle/>
          <a:p>
            <a:pPr algn="ctr" defTabSz="1018824" eaLnBrk="1" fontAlgn="auto" hangingPunct="1">
              <a:spcBef>
                <a:spcPts val="0"/>
              </a:spcBef>
              <a:spcAft>
                <a:spcPts val="0"/>
              </a:spcAft>
              <a:defRPr/>
            </a:pPr>
            <a:r>
              <a:rPr lang="en-US" sz="1100" dirty="0" err="1">
                <a:solidFill>
                  <a:schemeClr val="tx1">
                    <a:lumMod val="75000"/>
                    <a:lumOff val="25000"/>
                  </a:schemeClr>
                </a:solidFill>
                <a:latin typeface="+mj-lt"/>
              </a:rPr>
              <a:t>Tbd</a:t>
            </a:r>
            <a:endParaRPr lang="en-US" sz="1100" baseline="30000" dirty="0">
              <a:solidFill>
                <a:schemeClr val="tx1">
                  <a:lumMod val="75000"/>
                  <a:lumOff val="25000"/>
                </a:schemeClr>
              </a:solidFill>
              <a:latin typeface="+mj-lt"/>
            </a:endParaRPr>
          </a:p>
        </p:txBody>
      </p:sp>
      <p:sp>
        <p:nvSpPr>
          <p:cNvPr id="14" name="Oval 13">
            <a:extLst>
              <a:ext uri="{FF2B5EF4-FFF2-40B4-BE49-F238E27FC236}">
                <a16:creationId xmlns:a16="http://schemas.microsoft.com/office/drawing/2014/main" id="{3A42BDB3-1F75-5829-BB9C-36B8082D5902}"/>
              </a:ext>
            </a:extLst>
          </p:cNvPr>
          <p:cNvSpPr>
            <a:spLocks noChangeAspect="1"/>
          </p:cNvSpPr>
          <p:nvPr userDrawn="1"/>
        </p:nvSpPr>
        <p:spPr>
          <a:xfrm>
            <a:off x="5956300" y="2060575"/>
            <a:ext cx="1004888" cy="1006475"/>
          </a:xfrm>
          <a:prstGeom prst="ellipse">
            <a:avLst/>
          </a:prstGeom>
          <a:gradFill>
            <a:gsLst>
              <a:gs pos="15000">
                <a:schemeClr val="accent2"/>
              </a:gs>
              <a:gs pos="100000">
                <a:schemeClr val="accent2">
                  <a:lumMod val="40000"/>
                  <a:lumOff val="60000"/>
                </a:schemeClr>
              </a:gs>
            </a:gsLst>
            <a:lin ang="5400000" scaled="1"/>
          </a:gra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bIns="0" anchor="ctr" anchorCtr="1"/>
          <a:lstStyle/>
          <a:p>
            <a:pPr algn="ctr" defTabSz="1018824" eaLnBrk="1" fontAlgn="auto" hangingPunct="1">
              <a:lnSpc>
                <a:spcPct val="65000"/>
              </a:lnSpc>
              <a:spcBef>
                <a:spcPts val="0"/>
              </a:spcBef>
              <a:spcAft>
                <a:spcPts val="0"/>
              </a:spcAft>
              <a:defRPr/>
            </a:pPr>
            <a:r>
              <a:rPr lang="en-US" sz="2400" b="1" dirty="0">
                <a:latin typeface="+mj-lt"/>
              </a:rPr>
              <a:t>TBD</a:t>
            </a:r>
          </a:p>
        </p:txBody>
      </p:sp>
      <p:sp>
        <p:nvSpPr>
          <p:cNvPr id="15" name="Rectangle 14">
            <a:extLst>
              <a:ext uri="{FF2B5EF4-FFF2-40B4-BE49-F238E27FC236}">
                <a16:creationId xmlns:a16="http://schemas.microsoft.com/office/drawing/2014/main" id="{4A0F6C6E-AF29-BFFF-E9E6-F4B247C12840}"/>
              </a:ext>
            </a:extLst>
          </p:cNvPr>
          <p:cNvSpPr/>
          <p:nvPr userDrawn="1"/>
        </p:nvSpPr>
        <p:spPr>
          <a:xfrm>
            <a:off x="7394575" y="2574925"/>
            <a:ext cx="1371600" cy="1143000"/>
          </a:xfrm>
          <a:prstGeom prst="rect">
            <a:avLst/>
          </a:prstGeom>
          <a:solidFill>
            <a:schemeClr val="bg1"/>
          </a:solidFill>
          <a:ln w="34925" cmpd="sng">
            <a:solidFill>
              <a:schemeClr val="accent2"/>
            </a:solidFill>
          </a:ln>
          <a:effectLst>
            <a:outerShdw blurRad="50800" dist="38100" dir="2700000" sx="98000" sy="98000" algn="tl"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548640" rIns="45720" bIns="91440" anchor="ctr" anchorCtr="1"/>
          <a:lstStyle/>
          <a:p>
            <a:pPr algn="ctr" defTabSz="1018824" eaLnBrk="1" fontAlgn="auto" hangingPunct="1">
              <a:spcBef>
                <a:spcPts val="0"/>
              </a:spcBef>
              <a:spcAft>
                <a:spcPts val="0"/>
              </a:spcAft>
              <a:defRPr/>
            </a:pPr>
            <a:r>
              <a:rPr lang="en-US" sz="1100" dirty="0" err="1">
                <a:solidFill>
                  <a:schemeClr val="tx1">
                    <a:lumMod val="75000"/>
                    <a:lumOff val="25000"/>
                  </a:schemeClr>
                </a:solidFill>
                <a:latin typeface="+mj-lt"/>
              </a:rPr>
              <a:t>Tbd</a:t>
            </a:r>
            <a:endParaRPr lang="en-US" sz="1100" dirty="0">
              <a:solidFill>
                <a:schemeClr val="tx1">
                  <a:lumMod val="75000"/>
                  <a:lumOff val="25000"/>
                </a:schemeClr>
              </a:solidFill>
              <a:latin typeface="+mj-lt"/>
            </a:endParaRPr>
          </a:p>
        </p:txBody>
      </p:sp>
      <p:sp>
        <p:nvSpPr>
          <p:cNvPr id="16" name="Oval 15">
            <a:extLst>
              <a:ext uri="{FF2B5EF4-FFF2-40B4-BE49-F238E27FC236}">
                <a16:creationId xmlns:a16="http://schemas.microsoft.com/office/drawing/2014/main" id="{3DDEFE90-6B53-D789-B4F8-36B3CB337DEF}"/>
              </a:ext>
            </a:extLst>
          </p:cNvPr>
          <p:cNvSpPr>
            <a:spLocks noChangeAspect="1"/>
          </p:cNvSpPr>
          <p:nvPr userDrawn="1"/>
        </p:nvSpPr>
        <p:spPr>
          <a:xfrm>
            <a:off x="7577138" y="2060575"/>
            <a:ext cx="1006475" cy="1006475"/>
          </a:xfrm>
          <a:prstGeom prst="ellipse">
            <a:avLst/>
          </a:prstGeom>
          <a:gradFill>
            <a:gsLst>
              <a:gs pos="15000">
                <a:schemeClr val="accent2"/>
              </a:gs>
              <a:gs pos="100000">
                <a:schemeClr val="accent2">
                  <a:lumMod val="40000"/>
                  <a:lumOff val="60000"/>
                </a:schemeClr>
              </a:gs>
            </a:gsLst>
            <a:lin ang="5400000" scaled="1"/>
          </a:gra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bIns="0" anchor="ctr" anchorCtr="1"/>
          <a:lstStyle/>
          <a:p>
            <a:pPr algn="ctr" defTabSz="1018824" eaLnBrk="1" fontAlgn="auto" hangingPunct="1">
              <a:lnSpc>
                <a:spcPct val="65000"/>
              </a:lnSpc>
              <a:spcBef>
                <a:spcPts val="0"/>
              </a:spcBef>
              <a:spcAft>
                <a:spcPts val="0"/>
              </a:spcAft>
              <a:defRPr/>
            </a:pPr>
            <a:r>
              <a:rPr lang="en-US" sz="2400" b="1" dirty="0">
                <a:latin typeface="+mj-lt"/>
              </a:rPr>
              <a:t>TBD</a:t>
            </a:r>
          </a:p>
        </p:txBody>
      </p:sp>
      <p:sp>
        <p:nvSpPr>
          <p:cNvPr id="17" name="Rectangle 16">
            <a:extLst>
              <a:ext uri="{FF2B5EF4-FFF2-40B4-BE49-F238E27FC236}">
                <a16:creationId xmlns:a16="http://schemas.microsoft.com/office/drawing/2014/main" id="{6C135B14-6D33-CA53-EA51-90BA848A33A9}"/>
              </a:ext>
            </a:extLst>
          </p:cNvPr>
          <p:cNvSpPr/>
          <p:nvPr userDrawn="1"/>
        </p:nvSpPr>
        <p:spPr>
          <a:xfrm>
            <a:off x="5773738" y="4464050"/>
            <a:ext cx="1371600" cy="1143000"/>
          </a:xfrm>
          <a:prstGeom prst="rect">
            <a:avLst/>
          </a:prstGeom>
          <a:solidFill>
            <a:schemeClr val="bg1"/>
          </a:solidFill>
          <a:ln w="34925" cmpd="sng">
            <a:solidFill>
              <a:schemeClr val="accent2"/>
            </a:solidFill>
          </a:ln>
          <a:effectLst>
            <a:outerShdw blurRad="50800" dist="38100" dir="2700000" sx="98000" sy="98000" algn="tl"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548640" rIns="45720" bIns="91440" anchor="ctr" anchorCtr="1"/>
          <a:lstStyle/>
          <a:p>
            <a:pPr algn="ctr" defTabSz="1018824" eaLnBrk="1" fontAlgn="auto" hangingPunct="1">
              <a:spcBef>
                <a:spcPts val="0"/>
              </a:spcBef>
              <a:spcAft>
                <a:spcPts val="0"/>
              </a:spcAft>
              <a:defRPr/>
            </a:pPr>
            <a:r>
              <a:rPr lang="en-US" sz="1100" dirty="0" err="1">
                <a:solidFill>
                  <a:schemeClr val="tx1">
                    <a:lumMod val="75000"/>
                    <a:lumOff val="25000"/>
                  </a:schemeClr>
                </a:solidFill>
                <a:latin typeface="+mj-lt"/>
              </a:rPr>
              <a:t>Tbd</a:t>
            </a:r>
            <a:endParaRPr lang="en-US" sz="1100" baseline="30000" dirty="0">
              <a:solidFill>
                <a:schemeClr val="tx1">
                  <a:lumMod val="75000"/>
                  <a:lumOff val="25000"/>
                </a:schemeClr>
              </a:solidFill>
              <a:latin typeface="+mj-lt"/>
            </a:endParaRPr>
          </a:p>
        </p:txBody>
      </p:sp>
      <p:sp>
        <p:nvSpPr>
          <p:cNvPr id="18" name="Oval 17">
            <a:extLst>
              <a:ext uri="{FF2B5EF4-FFF2-40B4-BE49-F238E27FC236}">
                <a16:creationId xmlns:a16="http://schemas.microsoft.com/office/drawing/2014/main" id="{25A8A792-ECDD-AA16-9540-46B57E146345}"/>
              </a:ext>
            </a:extLst>
          </p:cNvPr>
          <p:cNvSpPr>
            <a:spLocks noChangeAspect="1"/>
          </p:cNvSpPr>
          <p:nvPr userDrawn="1"/>
        </p:nvSpPr>
        <p:spPr>
          <a:xfrm>
            <a:off x="5956300" y="3951288"/>
            <a:ext cx="1004888" cy="1004887"/>
          </a:xfrm>
          <a:prstGeom prst="ellipse">
            <a:avLst/>
          </a:prstGeom>
          <a:gradFill>
            <a:gsLst>
              <a:gs pos="15000">
                <a:schemeClr val="accent2"/>
              </a:gs>
              <a:gs pos="100000">
                <a:schemeClr val="accent2">
                  <a:lumMod val="40000"/>
                  <a:lumOff val="60000"/>
                </a:schemeClr>
              </a:gs>
            </a:gsLst>
            <a:lin ang="5400000" scaled="1"/>
          </a:gra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bIns="0" anchor="ctr" anchorCtr="1"/>
          <a:lstStyle/>
          <a:p>
            <a:pPr algn="ctr" defTabSz="1018824" eaLnBrk="1" fontAlgn="auto" hangingPunct="1">
              <a:lnSpc>
                <a:spcPct val="65000"/>
              </a:lnSpc>
              <a:spcBef>
                <a:spcPts val="0"/>
              </a:spcBef>
              <a:spcAft>
                <a:spcPts val="0"/>
              </a:spcAft>
              <a:defRPr/>
            </a:pPr>
            <a:r>
              <a:rPr lang="en-US" sz="2400" b="1" dirty="0">
                <a:latin typeface="+mj-lt"/>
              </a:rPr>
              <a:t>TBD</a:t>
            </a:r>
          </a:p>
        </p:txBody>
      </p:sp>
      <p:sp>
        <p:nvSpPr>
          <p:cNvPr id="19" name="Rectangle 18">
            <a:extLst>
              <a:ext uri="{FF2B5EF4-FFF2-40B4-BE49-F238E27FC236}">
                <a16:creationId xmlns:a16="http://schemas.microsoft.com/office/drawing/2014/main" id="{D330AA84-89FD-695C-E83D-B37A02F5BEA5}"/>
              </a:ext>
            </a:extLst>
          </p:cNvPr>
          <p:cNvSpPr/>
          <p:nvPr userDrawn="1"/>
        </p:nvSpPr>
        <p:spPr>
          <a:xfrm>
            <a:off x="7394575" y="4464050"/>
            <a:ext cx="1371600" cy="1143000"/>
          </a:xfrm>
          <a:prstGeom prst="rect">
            <a:avLst/>
          </a:prstGeom>
          <a:solidFill>
            <a:schemeClr val="bg1"/>
          </a:solidFill>
          <a:ln w="34925" cmpd="sng">
            <a:solidFill>
              <a:schemeClr val="accent2"/>
            </a:solidFill>
          </a:ln>
          <a:effectLst>
            <a:outerShdw blurRad="50800" dist="38100" dir="2700000" sx="98000" sy="98000" algn="tl"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548640" rIns="45720" bIns="91440" anchor="ctr" anchorCtr="1"/>
          <a:lstStyle/>
          <a:p>
            <a:pPr algn="ctr" defTabSz="1018824" eaLnBrk="1" fontAlgn="auto" hangingPunct="1">
              <a:spcBef>
                <a:spcPts val="0"/>
              </a:spcBef>
              <a:spcAft>
                <a:spcPts val="0"/>
              </a:spcAft>
              <a:defRPr/>
            </a:pPr>
            <a:r>
              <a:rPr lang="en-US" sz="1100" dirty="0" err="1">
                <a:solidFill>
                  <a:schemeClr val="tx1">
                    <a:lumMod val="75000"/>
                    <a:lumOff val="25000"/>
                  </a:schemeClr>
                </a:solidFill>
                <a:latin typeface="+mj-lt"/>
              </a:rPr>
              <a:t>Tbd</a:t>
            </a:r>
            <a:endParaRPr lang="en-US" sz="1100" dirty="0">
              <a:solidFill>
                <a:schemeClr val="tx1">
                  <a:lumMod val="75000"/>
                  <a:lumOff val="25000"/>
                </a:schemeClr>
              </a:solidFill>
              <a:latin typeface="+mj-lt"/>
            </a:endParaRPr>
          </a:p>
        </p:txBody>
      </p:sp>
      <p:sp>
        <p:nvSpPr>
          <p:cNvPr id="20" name="Oval 19">
            <a:extLst>
              <a:ext uri="{FF2B5EF4-FFF2-40B4-BE49-F238E27FC236}">
                <a16:creationId xmlns:a16="http://schemas.microsoft.com/office/drawing/2014/main" id="{AB0DAD48-16B2-4A1E-04CD-9E8FB269ECC8}"/>
              </a:ext>
            </a:extLst>
          </p:cNvPr>
          <p:cNvSpPr>
            <a:spLocks noChangeAspect="1"/>
          </p:cNvSpPr>
          <p:nvPr userDrawn="1"/>
        </p:nvSpPr>
        <p:spPr>
          <a:xfrm>
            <a:off x="7577138" y="3951288"/>
            <a:ext cx="1006475" cy="1004887"/>
          </a:xfrm>
          <a:prstGeom prst="ellipse">
            <a:avLst/>
          </a:prstGeom>
          <a:gradFill>
            <a:gsLst>
              <a:gs pos="15000">
                <a:schemeClr val="accent2"/>
              </a:gs>
              <a:gs pos="100000">
                <a:schemeClr val="accent2">
                  <a:lumMod val="40000"/>
                  <a:lumOff val="60000"/>
                </a:schemeClr>
              </a:gs>
            </a:gsLst>
            <a:lin ang="5400000" scaled="1"/>
          </a:gra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bIns="0" anchor="ctr" anchorCtr="1"/>
          <a:lstStyle/>
          <a:p>
            <a:pPr algn="ctr" defTabSz="1018824" eaLnBrk="1" fontAlgn="auto" hangingPunct="1">
              <a:lnSpc>
                <a:spcPct val="65000"/>
              </a:lnSpc>
              <a:spcBef>
                <a:spcPts val="0"/>
              </a:spcBef>
              <a:spcAft>
                <a:spcPts val="0"/>
              </a:spcAft>
              <a:defRPr/>
            </a:pPr>
            <a:r>
              <a:rPr lang="en-US" sz="2400" b="1" dirty="0">
                <a:latin typeface="+mj-lt"/>
              </a:rPr>
              <a:t>TBD</a:t>
            </a:r>
          </a:p>
        </p:txBody>
      </p:sp>
      <p:pic>
        <p:nvPicPr>
          <p:cNvPr id="21" name="Content Placeholder 12" descr="image008">
            <a:extLst>
              <a:ext uri="{FF2B5EF4-FFF2-40B4-BE49-F238E27FC236}">
                <a16:creationId xmlns:a16="http://schemas.microsoft.com/office/drawing/2014/main" id="{E10318BE-FFE8-604C-3FEA-72BE0153CD5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26000" y="7451725"/>
            <a:ext cx="42306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22" name="Slide Number Placeholder 4">
            <a:extLst>
              <a:ext uri="{FF2B5EF4-FFF2-40B4-BE49-F238E27FC236}">
                <a16:creationId xmlns:a16="http://schemas.microsoft.com/office/drawing/2014/main" id="{AB036122-6549-5F55-2B0B-6FB2ADA3DE68}"/>
              </a:ext>
            </a:extLst>
          </p:cNvPr>
          <p:cNvSpPr>
            <a:spLocks noGrp="1"/>
          </p:cNvSpPr>
          <p:nvPr>
            <p:ph type="sldNum" sz="quarter" idx="10"/>
          </p:nvPr>
        </p:nvSpPr>
        <p:spPr/>
        <p:txBody>
          <a:bodyPr/>
          <a:lstStyle>
            <a:lvl1pPr>
              <a:defRPr smtClean="0"/>
            </a:lvl1pPr>
          </a:lstStyle>
          <a:p>
            <a:pPr>
              <a:defRPr/>
            </a:pPr>
            <a:fld id="{49071ACD-8BBB-44AA-8CFC-57B5EE3075DC}" type="slidenum">
              <a:rPr lang="en-US" altLang="en-US"/>
              <a:pPr>
                <a:defRPr/>
              </a:pPr>
              <a:t>‹#›</a:t>
            </a:fld>
            <a:endParaRPr lang="en-US" altLang="en-US"/>
          </a:p>
        </p:txBody>
      </p:sp>
    </p:spTree>
    <p:extLst>
      <p:ext uri="{BB962C8B-B14F-4D97-AF65-F5344CB8AC3E}">
        <p14:creationId xmlns:p14="http://schemas.microsoft.com/office/powerpoint/2010/main" val="137455965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emf"/><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4B27788-AF65-994D-B68D-4A6570CECED6}"/>
              </a:ext>
            </a:extLst>
          </p:cNvPr>
          <p:cNvSpPr>
            <a:spLocks noGrp="1"/>
          </p:cNvSpPr>
          <p:nvPr>
            <p:ph type="title"/>
          </p:nvPr>
        </p:nvSpPr>
        <p:spPr bwMode="auto">
          <a:xfrm>
            <a:off x="692150" y="685800"/>
            <a:ext cx="86741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59836CE3-1F5B-2E8E-9A40-6D00B1439E75}"/>
              </a:ext>
            </a:extLst>
          </p:cNvPr>
          <p:cNvSpPr>
            <a:spLocks noGrp="1"/>
          </p:cNvSpPr>
          <p:nvPr>
            <p:ph type="body" idx="1"/>
          </p:nvPr>
        </p:nvSpPr>
        <p:spPr bwMode="auto">
          <a:xfrm>
            <a:off x="692150" y="1371600"/>
            <a:ext cx="8674100" cy="567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 name="Slide Number Placeholder 5">
            <a:extLst>
              <a:ext uri="{FF2B5EF4-FFF2-40B4-BE49-F238E27FC236}">
                <a16:creationId xmlns:a16="http://schemas.microsoft.com/office/drawing/2014/main" id="{3D596203-07C7-41D5-8F30-7F58220B54E8}"/>
              </a:ext>
            </a:extLst>
          </p:cNvPr>
          <p:cNvSpPr>
            <a:spLocks noGrp="1"/>
          </p:cNvSpPr>
          <p:nvPr>
            <p:ph type="sldNum" sz="quarter" idx="4"/>
          </p:nvPr>
        </p:nvSpPr>
        <p:spPr>
          <a:xfrm>
            <a:off x="9056688" y="7315200"/>
            <a:ext cx="320675" cy="228600"/>
          </a:xfrm>
          <a:prstGeom prst="rect">
            <a:avLst/>
          </a:prstGeom>
        </p:spPr>
        <p:txBody>
          <a:bodyPr vert="horz" wrap="square" lIns="0" tIns="0" rIns="0" bIns="0" numCol="1" anchor="t" anchorCtr="0" compatLnSpc="1">
            <a:prstTxWarp prst="textNoShape">
              <a:avLst/>
            </a:prstTxWarp>
            <a:noAutofit/>
          </a:bodyPr>
          <a:lstStyle>
            <a:lvl1pPr algn="r" eaLnBrk="1" hangingPunct="1">
              <a:defRPr sz="800" smtClean="0">
                <a:solidFill>
                  <a:srgbClr val="7F7F7F"/>
                </a:solidFill>
                <a:latin typeface="Calibri Light" panose="020F0302020204030204" pitchFamily="34" charset="0"/>
              </a:defRPr>
            </a:lvl1pPr>
          </a:lstStyle>
          <a:p>
            <a:pPr>
              <a:defRPr/>
            </a:pPr>
            <a:fld id="{1F81403D-ED33-48E2-AFA3-8701883D05CD}" type="slidenum">
              <a:rPr lang="en-US" altLang="en-US"/>
              <a:pPr>
                <a:defRPr/>
              </a:pPr>
              <a:t>‹#›</a:t>
            </a:fld>
            <a:endParaRPr lang="en-US" altLang="en-US"/>
          </a:p>
        </p:txBody>
      </p:sp>
      <p:pic>
        <p:nvPicPr>
          <p:cNvPr id="1029" name="Picture 6">
            <a:extLst>
              <a:ext uri="{FF2B5EF4-FFF2-40B4-BE49-F238E27FC236}">
                <a16:creationId xmlns:a16="http://schemas.microsoft.com/office/drawing/2014/main" id="{1BDDDAB6-D16D-A808-8C60-BD8085F83193}"/>
              </a:ext>
            </a:extLst>
          </p:cNvPr>
          <p:cNvPicPr>
            <a:picLocks noChangeAspect="1"/>
          </p:cNvPicPr>
          <p:nvPr userDrawn="1"/>
        </p:nvPicPr>
        <p:blipFill>
          <a:blip r:embed="rId39">
            <a:extLst>
              <a:ext uri="{28A0092B-C50C-407E-A947-70E740481C1C}">
                <a14:useLocalDpi xmlns:a14="http://schemas.microsoft.com/office/drawing/2010/main" val="0"/>
              </a:ext>
            </a:extLst>
          </a:blip>
          <a:srcRect/>
          <a:stretch>
            <a:fillRect/>
          </a:stretch>
        </p:blipFill>
        <p:spPr bwMode="auto">
          <a:xfrm>
            <a:off x="665163" y="7151688"/>
            <a:ext cx="14859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4">
            <a:extLst>
              <a:ext uri="{FF2B5EF4-FFF2-40B4-BE49-F238E27FC236}">
                <a16:creationId xmlns:a16="http://schemas.microsoft.com/office/drawing/2014/main" id="{C11CC922-F17D-DA85-C428-E77DE5702C43}"/>
              </a:ext>
            </a:extLst>
          </p:cNvPr>
          <p:cNvPicPr>
            <a:picLocks noChangeAspect="1"/>
          </p:cNvPicPr>
          <p:nvPr userDrawn="1"/>
        </p:nvPicPr>
        <p:blipFill>
          <a:blip r:embed="rId40">
            <a:extLst>
              <a:ext uri="{28A0092B-C50C-407E-A947-70E740481C1C}">
                <a14:useLocalDpi xmlns:a14="http://schemas.microsoft.com/office/drawing/2010/main" val="0"/>
              </a:ext>
            </a:extLst>
          </a:blip>
          <a:srcRect/>
          <a:stretch>
            <a:fillRect/>
          </a:stretch>
        </p:blipFill>
        <p:spPr bwMode="auto">
          <a:xfrm>
            <a:off x="4754563" y="7329488"/>
            <a:ext cx="4302125" cy="9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254" r:id="rId1"/>
    <p:sldLayoutId id="2147485255" r:id="rId2"/>
    <p:sldLayoutId id="2147485256" r:id="rId3"/>
    <p:sldLayoutId id="2147485257" r:id="rId4"/>
    <p:sldLayoutId id="2147485258" r:id="rId5"/>
    <p:sldLayoutId id="2147485259" r:id="rId6"/>
    <p:sldLayoutId id="2147485260" r:id="rId7"/>
    <p:sldLayoutId id="2147485261" r:id="rId8"/>
    <p:sldLayoutId id="2147485262" r:id="rId9"/>
    <p:sldLayoutId id="2147485263" r:id="rId10"/>
    <p:sldLayoutId id="2147485264" r:id="rId11"/>
    <p:sldLayoutId id="2147485265" r:id="rId12"/>
    <p:sldLayoutId id="2147485266" r:id="rId13"/>
    <p:sldLayoutId id="2147485267" r:id="rId14"/>
    <p:sldLayoutId id="2147485268" r:id="rId15"/>
    <p:sldLayoutId id="2147485269" r:id="rId16"/>
    <p:sldLayoutId id="2147485270" r:id="rId17"/>
    <p:sldLayoutId id="2147485271" r:id="rId18"/>
    <p:sldLayoutId id="2147485272" r:id="rId19"/>
    <p:sldLayoutId id="2147485273" r:id="rId20"/>
    <p:sldLayoutId id="2147485274" r:id="rId21"/>
    <p:sldLayoutId id="2147485275" r:id="rId22"/>
    <p:sldLayoutId id="2147485276" r:id="rId23"/>
    <p:sldLayoutId id="2147485277" r:id="rId24"/>
    <p:sldLayoutId id="2147485278" r:id="rId25"/>
    <p:sldLayoutId id="2147485279" r:id="rId26"/>
    <p:sldLayoutId id="2147485280" r:id="rId27"/>
    <p:sldLayoutId id="2147485281" r:id="rId28"/>
    <p:sldLayoutId id="2147485282" r:id="rId29"/>
    <p:sldLayoutId id="2147485283" r:id="rId30"/>
    <p:sldLayoutId id="2147485284" r:id="rId31"/>
    <p:sldLayoutId id="2147485285" r:id="rId32"/>
    <p:sldLayoutId id="2147485286" r:id="rId33"/>
    <p:sldLayoutId id="2147485287" r:id="rId34"/>
    <p:sldLayoutId id="2147485288" r:id="rId35"/>
    <p:sldLayoutId id="2147485289" r:id="rId36"/>
    <p:sldLayoutId id="2147485290" r:id="rId37"/>
  </p:sldLayoutIdLst>
  <p:hf hdr="0" ftr="0" dt="0"/>
  <p:txStyles>
    <p:titleStyle>
      <a:lvl1pPr algn="l" rtl="0" eaLnBrk="0" fontAlgn="base" hangingPunct="0">
        <a:lnSpc>
          <a:spcPct val="90000"/>
        </a:lnSpc>
        <a:spcBef>
          <a:spcPct val="0"/>
        </a:spcBef>
        <a:spcAft>
          <a:spcPct val="0"/>
        </a:spcAft>
        <a:defRPr sz="2000" b="1" kern="1200">
          <a:solidFill>
            <a:schemeClr val="tx2"/>
          </a:solidFill>
          <a:latin typeface="+mj-lt"/>
          <a:ea typeface="+mj-ea"/>
          <a:cs typeface="+mj-cs"/>
        </a:defRPr>
      </a:lvl1pPr>
      <a:lvl2pPr algn="l" rtl="0" eaLnBrk="0" fontAlgn="base" hangingPunct="0">
        <a:lnSpc>
          <a:spcPct val="90000"/>
        </a:lnSpc>
        <a:spcBef>
          <a:spcPct val="0"/>
        </a:spcBef>
        <a:spcAft>
          <a:spcPct val="0"/>
        </a:spcAft>
        <a:defRPr sz="2000" b="1">
          <a:solidFill>
            <a:schemeClr val="tx2"/>
          </a:solidFill>
          <a:latin typeface="Calibri Light" panose="020F0302020204030204" pitchFamily="34" charset="0"/>
        </a:defRPr>
      </a:lvl2pPr>
      <a:lvl3pPr algn="l" rtl="0" eaLnBrk="0" fontAlgn="base" hangingPunct="0">
        <a:lnSpc>
          <a:spcPct val="90000"/>
        </a:lnSpc>
        <a:spcBef>
          <a:spcPct val="0"/>
        </a:spcBef>
        <a:spcAft>
          <a:spcPct val="0"/>
        </a:spcAft>
        <a:defRPr sz="2000" b="1">
          <a:solidFill>
            <a:schemeClr val="tx2"/>
          </a:solidFill>
          <a:latin typeface="Calibri Light" panose="020F0302020204030204" pitchFamily="34" charset="0"/>
        </a:defRPr>
      </a:lvl3pPr>
      <a:lvl4pPr algn="l" rtl="0" eaLnBrk="0" fontAlgn="base" hangingPunct="0">
        <a:lnSpc>
          <a:spcPct val="90000"/>
        </a:lnSpc>
        <a:spcBef>
          <a:spcPct val="0"/>
        </a:spcBef>
        <a:spcAft>
          <a:spcPct val="0"/>
        </a:spcAft>
        <a:defRPr sz="2000" b="1">
          <a:solidFill>
            <a:schemeClr val="tx2"/>
          </a:solidFill>
          <a:latin typeface="Calibri Light" panose="020F0302020204030204" pitchFamily="34" charset="0"/>
        </a:defRPr>
      </a:lvl4pPr>
      <a:lvl5pPr algn="l" rtl="0" eaLnBrk="0" fontAlgn="base" hangingPunct="0">
        <a:lnSpc>
          <a:spcPct val="90000"/>
        </a:lnSpc>
        <a:spcBef>
          <a:spcPct val="0"/>
        </a:spcBef>
        <a:spcAft>
          <a:spcPct val="0"/>
        </a:spcAft>
        <a:defRPr sz="2000" b="1">
          <a:solidFill>
            <a:schemeClr val="tx2"/>
          </a:solidFill>
          <a:latin typeface="Calibri Light" panose="020F0302020204030204" pitchFamily="34" charset="0"/>
        </a:defRPr>
      </a:lvl5pPr>
      <a:lvl6pPr marL="457200" algn="l" rtl="0" fontAlgn="base">
        <a:lnSpc>
          <a:spcPct val="90000"/>
        </a:lnSpc>
        <a:spcBef>
          <a:spcPct val="0"/>
        </a:spcBef>
        <a:spcAft>
          <a:spcPct val="0"/>
        </a:spcAft>
        <a:defRPr sz="2000" b="1">
          <a:solidFill>
            <a:schemeClr val="tx2"/>
          </a:solidFill>
          <a:latin typeface="Calibri Light" panose="020F0302020204030204" pitchFamily="34" charset="0"/>
        </a:defRPr>
      </a:lvl6pPr>
      <a:lvl7pPr marL="914400" algn="l" rtl="0" fontAlgn="base">
        <a:lnSpc>
          <a:spcPct val="90000"/>
        </a:lnSpc>
        <a:spcBef>
          <a:spcPct val="0"/>
        </a:spcBef>
        <a:spcAft>
          <a:spcPct val="0"/>
        </a:spcAft>
        <a:defRPr sz="2000" b="1">
          <a:solidFill>
            <a:schemeClr val="tx2"/>
          </a:solidFill>
          <a:latin typeface="Calibri Light" panose="020F0302020204030204" pitchFamily="34" charset="0"/>
        </a:defRPr>
      </a:lvl7pPr>
      <a:lvl8pPr marL="1371600" algn="l" rtl="0" fontAlgn="base">
        <a:lnSpc>
          <a:spcPct val="90000"/>
        </a:lnSpc>
        <a:spcBef>
          <a:spcPct val="0"/>
        </a:spcBef>
        <a:spcAft>
          <a:spcPct val="0"/>
        </a:spcAft>
        <a:defRPr sz="2000" b="1">
          <a:solidFill>
            <a:schemeClr val="tx2"/>
          </a:solidFill>
          <a:latin typeface="Calibri Light" panose="020F0302020204030204" pitchFamily="34" charset="0"/>
        </a:defRPr>
      </a:lvl8pPr>
      <a:lvl9pPr marL="1828800" algn="l" rtl="0" fontAlgn="base">
        <a:lnSpc>
          <a:spcPct val="90000"/>
        </a:lnSpc>
        <a:spcBef>
          <a:spcPct val="0"/>
        </a:spcBef>
        <a:spcAft>
          <a:spcPct val="0"/>
        </a:spcAft>
        <a:defRPr sz="2000" b="1">
          <a:solidFill>
            <a:schemeClr val="tx2"/>
          </a:solidFill>
          <a:latin typeface="Calibri Light" panose="020F0302020204030204" pitchFamily="34" charset="0"/>
        </a:defRPr>
      </a:lvl9pPr>
    </p:titleStyle>
    <p:bodyStyle>
      <a:lvl1pPr algn="l" rtl="0" eaLnBrk="0" fontAlgn="base" hangingPunct="0">
        <a:lnSpc>
          <a:spcPct val="110000"/>
        </a:lnSpc>
        <a:spcBef>
          <a:spcPts val="1000"/>
        </a:spcBef>
        <a:spcAft>
          <a:spcPct val="0"/>
        </a:spcAft>
        <a:buFont typeface="Arial" panose="020B0604020202020204" pitchFamily="34" charset="0"/>
        <a:defRPr sz="1600" b="1" kern="1200">
          <a:solidFill>
            <a:schemeClr val="tx2"/>
          </a:solidFill>
          <a:latin typeface="+mj-lt"/>
          <a:ea typeface="+mn-ea"/>
          <a:cs typeface="+mn-cs"/>
        </a:defRPr>
      </a:lvl1pPr>
      <a:lvl2pPr algn="l" rtl="0" eaLnBrk="0" fontAlgn="base" hangingPunct="0">
        <a:lnSpc>
          <a:spcPct val="110000"/>
        </a:lnSpc>
        <a:spcBef>
          <a:spcPts val="500"/>
        </a:spcBef>
        <a:spcAft>
          <a:spcPct val="0"/>
        </a:spcAft>
        <a:buFont typeface="Arial" panose="020B0604020202020204" pitchFamily="34" charset="0"/>
        <a:defRPr sz="1600" kern="1200">
          <a:solidFill>
            <a:srgbClr val="404040"/>
          </a:solidFill>
          <a:latin typeface="+mj-lt"/>
          <a:ea typeface="+mn-ea"/>
          <a:cs typeface="+mn-cs"/>
        </a:defRPr>
      </a:lvl2pPr>
      <a:lvl3pPr marL="228600" indent="-228600" algn="l" rtl="0" eaLnBrk="0" fontAlgn="base" hangingPunct="0">
        <a:lnSpc>
          <a:spcPct val="110000"/>
        </a:lnSpc>
        <a:spcBef>
          <a:spcPts val="500"/>
        </a:spcBef>
        <a:spcAft>
          <a:spcPct val="0"/>
        </a:spcAft>
        <a:buClr>
          <a:schemeClr val="tx2"/>
        </a:buClr>
        <a:buSzPct val="65000"/>
        <a:buFont typeface="Wingdings 3" panose="05040102010807070707" pitchFamily="18" charset="2"/>
        <a:buChar char=""/>
        <a:defRPr sz="1600" kern="1200">
          <a:solidFill>
            <a:srgbClr val="404040"/>
          </a:solidFill>
          <a:latin typeface="+mj-lt"/>
          <a:ea typeface="+mn-ea"/>
          <a:cs typeface="+mn-cs"/>
        </a:defRPr>
      </a:lvl3pPr>
      <a:lvl4pPr marL="461963" indent="-228600" algn="l" rtl="0" eaLnBrk="0" fontAlgn="base" hangingPunct="0">
        <a:lnSpc>
          <a:spcPct val="110000"/>
        </a:lnSpc>
        <a:spcBef>
          <a:spcPts val="500"/>
        </a:spcBef>
        <a:spcAft>
          <a:spcPct val="0"/>
        </a:spcAft>
        <a:buClr>
          <a:schemeClr val="accent1"/>
        </a:buClr>
        <a:buFont typeface="Wingdings" panose="05000000000000000000" pitchFamily="2" charset="2"/>
        <a:buChar char="§"/>
        <a:defRPr sz="1400" kern="1200">
          <a:solidFill>
            <a:srgbClr val="404040"/>
          </a:solidFill>
          <a:latin typeface="+mj-lt"/>
          <a:ea typeface="+mn-ea"/>
          <a:cs typeface="+mn-cs"/>
        </a:defRPr>
      </a:lvl4pPr>
      <a:lvl5pPr marL="703263" indent="-228600" algn="l" rtl="0" eaLnBrk="0" fontAlgn="base" hangingPunct="0">
        <a:lnSpc>
          <a:spcPct val="110000"/>
        </a:lnSpc>
        <a:spcBef>
          <a:spcPts val="500"/>
        </a:spcBef>
        <a:spcAft>
          <a:spcPct val="0"/>
        </a:spcAft>
        <a:buFont typeface="Calibri" panose="020F0502020204030204" pitchFamily="34" charset="0"/>
        <a:buChar char="–"/>
        <a:defRPr sz="1200" kern="1200">
          <a:solidFill>
            <a:srgbClr val="404040"/>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hyperlink" Target="https://lei.bloomberg.com/"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hyperlink" Target="https://www.gmeiutility.org/index.jsp"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959A10CA-6B73-CFC5-3FE9-BE4182E7A783}"/>
              </a:ext>
            </a:extLst>
          </p:cNvPr>
          <p:cNvSpPr>
            <a:spLocks noGrp="1"/>
          </p:cNvSpPr>
          <p:nvPr>
            <p:ph type="ctrTitle"/>
          </p:nvPr>
        </p:nvSpPr>
        <p:spPr>
          <a:xfrm>
            <a:off x="685800" y="914400"/>
            <a:ext cx="8691563" cy="1146175"/>
          </a:xfrm>
        </p:spPr>
        <p:txBody>
          <a:bodyPr/>
          <a:lstStyle/>
          <a:p>
            <a:pPr eaLnBrk="1" hangingPunct="1"/>
            <a:r>
              <a:rPr lang="en-US" altLang="en-US" dirty="0">
                <a:solidFill>
                  <a:srgbClr val="7D532F"/>
                </a:solidFill>
              </a:rPr>
              <a:t>SOFR Interest Rate Swap</a:t>
            </a:r>
            <a:endParaRPr lang="en-GB" altLang="en-US" dirty="0">
              <a:solidFill>
                <a:srgbClr val="7D532F"/>
              </a:solidFill>
            </a:endParaRPr>
          </a:p>
        </p:txBody>
      </p:sp>
      <p:sp>
        <p:nvSpPr>
          <p:cNvPr id="24579" name="Subtitle 4">
            <a:extLst>
              <a:ext uri="{FF2B5EF4-FFF2-40B4-BE49-F238E27FC236}">
                <a16:creationId xmlns:a16="http://schemas.microsoft.com/office/drawing/2014/main" id="{B0F7BEB9-7F4A-FC96-2796-5A8BF35A302E}"/>
              </a:ext>
            </a:extLst>
          </p:cNvPr>
          <p:cNvSpPr>
            <a:spLocks noGrp="1"/>
          </p:cNvSpPr>
          <p:nvPr>
            <p:ph type="subTitle" idx="1"/>
          </p:nvPr>
        </p:nvSpPr>
        <p:spPr>
          <a:xfrm>
            <a:off x="398463" y="5859736"/>
            <a:ext cx="5943600" cy="1674812"/>
          </a:xfrm>
        </p:spPr>
        <p:txBody>
          <a:bodyPr rtlCol="0">
            <a:noAutofit/>
          </a:bodyPr>
          <a:lstStyle/>
          <a:p>
            <a:pPr eaLnBrk="1" fontAlgn="auto" hangingPunct="1">
              <a:spcAft>
                <a:spcPts val="0"/>
              </a:spcAft>
              <a:defRPr/>
            </a:pPr>
            <a:r>
              <a:rPr lang="en-US" sz="1400" b="1" dirty="0">
                <a:solidFill>
                  <a:srgbClr val="7D532F"/>
                </a:solidFill>
              </a:rPr>
              <a:t>{{Presentation Date}}</a:t>
            </a:r>
          </a:p>
          <a:p>
            <a:pPr eaLnBrk="1" fontAlgn="auto" hangingPunct="1">
              <a:spcAft>
                <a:spcPts val="0"/>
              </a:spcAft>
              <a:defRPr/>
            </a:pPr>
            <a:r>
              <a:rPr lang="en-US" sz="1400" b="1" dirty="0">
                <a:solidFill>
                  <a:srgbClr val="7D532F"/>
                </a:solidFill>
              </a:rPr>
              <a:t>{{Marketer Name}}, {{Marketer Title}}</a:t>
            </a:r>
          </a:p>
          <a:p>
            <a:pPr eaLnBrk="1" fontAlgn="auto" hangingPunct="1">
              <a:spcAft>
                <a:spcPts val="0"/>
              </a:spcAft>
              <a:defRPr/>
            </a:pPr>
            <a:r>
              <a:rPr lang="en-US" sz="1400" b="1" dirty="0">
                <a:solidFill>
                  <a:srgbClr val="7D532F"/>
                </a:solidFill>
              </a:rPr>
              <a:t>{{Business Division}}</a:t>
            </a:r>
          </a:p>
          <a:p>
            <a:pPr eaLnBrk="1" fontAlgn="auto" hangingPunct="1">
              <a:spcAft>
                <a:spcPts val="0"/>
              </a:spcAft>
              <a:defRPr/>
            </a:pPr>
            <a:r>
              <a:rPr lang="en-US" sz="1400" b="1" dirty="0">
                <a:solidFill>
                  <a:srgbClr val="7D532F"/>
                </a:solidFill>
              </a:rPr>
              <a:t>JPMorgan Chase Bank N.A.</a:t>
            </a:r>
            <a:br>
              <a:rPr lang="en-US" sz="1400" b="1" dirty="0">
                <a:solidFill>
                  <a:srgbClr val="7D532F"/>
                </a:solidFill>
              </a:rPr>
            </a:br>
            <a:endParaRPr lang="en-US" sz="1400" b="1" dirty="0">
              <a:solidFill>
                <a:srgbClr val="7D532F"/>
              </a:solidFill>
            </a:endParaRPr>
          </a:p>
        </p:txBody>
      </p:sp>
      <p:sp>
        <p:nvSpPr>
          <p:cNvPr id="5" name="TextBox 4">
            <a:extLst>
              <a:ext uri="{FF2B5EF4-FFF2-40B4-BE49-F238E27FC236}">
                <a16:creationId xmlns:a16="http://schemas.microsoft.com/office/drawing/2014/main" id="{DC5E5DF4-7033-EFEC-D893-E9367E5C5F4B}"/>
              </a:ext>
            </a:extLst>
          </p:cNvPr>
          <p:cNvSpPr txBox="1"/>
          <p:nvPr/>
        </p:nvSpPr>
        <p:spPr>
          <a:xfrm>
            <a:off x="2789237" y="5859736"/>
            <a:ext cx="6870700" cy="523875"/>
          </a:xfrm>
          <a:prstGeom prst="rect">
            <a:avLst/>
          </a:prstGeom>
          <a:noFill/>
        </p:spPr>
        <p:txBody>
          <a:bodyPr lIns="0" tIns="0" rIns="0" bIns="0"/>
          <a:lstStyle/>
          <a:p>
            <a:pPr algn="r" defTabSz="914400" eaLnBrk="1" fontAlgn="auto" hangingPunct="1">
              <a:lnSpc>
                <a:spcPct val="90000"/>
              </a:lnSpc>
              <a:spcBef>
                <a:spcPts val="500"/>
              </a:spcBef>
              <a:spcAft>
                <a:spcPts val="0"/>
              </a:spcAft>
              <a:defRPr/>
            </a:pPr>
            <a:r>
              <a:rPr lang="en-US" sz="1600" b="1" dirty="0">
                <a:solidFill>
                  <a:schemeClr val="tx1">
                    <a:lumMod val="75000"/>
                    <a:lumOff val="25000"/>
                  </a:schemeClr>
                </a:solidFill>
                <a:latin typeface="Calibri Light" panose="020F0302020204030204" pitchFamily="34" charset="0"/>
              </a:rPr>
              <a:t>{{Client Legal Name}}</a:t>
            </a:r>
          </a:p>
        </p:txBody>
      </p:sp>
      <p:pic>
        <p:nvPicPr>
          <p:cNvPr id="1028" name="Picture 4" descr="JP Morgan Chase Building - CultureNow - Museum Without Walls">
            <a:extLst>
              <a:ext uri="{FF2B5EF4-FFF2-40B4-BE49-F238E27FC236}">
                <a16:creationId xmlns:a16="http://schemas.microsoft.com/office/drawing/2014/main" id="{7B322066-95C1-6A41-40FF-112777F277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518" y="1429406"/>
            <a:ext cx="9377363" cy="40932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Slide Number Placeholder 20">
            <a:extLst>
              <a:ext uri="{FF2B5EF4-FFF2-40B4-BE49-F238E27FC236}">
                <a16:creationId xmlns:a16="http://schemas.microsoft.com/office/drawing/2014/main" id="{B3BF19E4-F0E3-72E2-0BC5-64E04E2C343A}"/>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F9F212D-E67A-4CC2-8CE7-B943BD61121E}" type="slidenum">
              <a:rPr lang="en-US" altLang="en-US"/>
              <a:pPr/>
              <a:t>2</a:t>
            </a:fld>
            <a:endParaRPr lang="en-US" altLang="en-US"/>
          </a:p>
        </p:txBody>
      </p:sp>
      <p:sp>
        <p:nvSpPr>
          <p:cNvPr id="44035" name="Title 1">
            <a:extLst>
              <a:ext uri="{FF2B5EF4-FFF2-40B4-BE49-F238E27FC236}">
                <a16:creationId xmlns:a16="http://schemas.microsoft.com/office/drawing/2014/main" id="{840458E2-BAF1-2F37-D14A-5B694519BB40}"/>
              </a:ext>
            </a:extLst>
          </p:cNvPr>
          <p:cNvSpPr>
            <a:spLocks noGrp="1"/>
          </p:cNvSpPr>
          <p:nvPr>
            <p:ph type="title"/>
          </p:nvPr>
        </p:nvSpPr>
        <p:spPr>
          <a:xfrm>
            <a:off x="274638" y="530225"/>
            <a:ext cx="9812337" cy="685800"/>
          </a:xfrm>
        </p:spPr>
        <p:txBody>
          <a:bodyPr/>
          <a:lstStyle/>
          <a:p>
            <a:pPr eaLnBrk="1" hangingPunct="1"/>
            <a:r>
              <a:rPr lang="en-US" altLang="en-US" dirty="0">
                <a:solidFill>
                  <a:srgbClr val="7D532F"/>
                </a:solidFill>
              </a:rPr>
              <a:t>1 month term Secured Overnight Financing Rate (SOFR)</a:t>
            </a:r>
            <a:br>
              <a:rPr lang="en-US" altLang="en-US" dirty="0">
                <a:solidFill>
                  <a:srgbClr val="00B050"/>
                </a:solidFill>
              </a:rPr>
            </a:br>
            <a:endParaRPr lang="en-US" altLang="en-US" dirty="0">
              <a:solidFill>
                <a:srgbClr val="00B050"/>
              </a:solidFill>
            </a:endParaRPr>
          </a:p>
        </p:txBody>
      </p:sp>
      <p:sp>
        <p:nvSpPr>
          <p:cNvPr id="11" name="TextBox 10">
            <a:extLst>
              <a:ext uri="{FF2B5EF4-FFF2-40B4-BE49-F238E27FC236}">
                <a16:creationId xmlns:a16="http://schemas.microsoft.com/office/drawing/2014/main" id="{95ECA8C9-B79E-9ED5-6752-0CCD7012DE6D}"/>
              </a:ext>
            </a:extLst>
          </p:cNvPr>
          <p:cNvSpPr txBox="1"/>
          <p:nvPr/>
        </p:nvSpPr>
        <p:spPr>
          <a:xfrm>
            <a:off x="555625" y="6230938"/>
            <a:ext cx="4689037" cy="338028"/>
          </a:xfrm>
          <a:prstGeom prst="rect">
            <a:avLst/>
          </a:prstGeom>
          <a:noFill/>
        </p:spPr>
        <p:txBody>
          <a:bodyPr lIns="0" tIns="0" rIns="0" bIns="0"/>
          <a:lstStyle/>
          <a:p>
            <a:pPr defTabSz="914400" eaLnBrk="1" fontAlgn="auto" hangingPunct="1">
              <a:lnSpc>
                <a:spcPct val="90000"/>
              </a:lnSpc>
              <a:spcBef>
                <a:spcPts val="500"/>
              </a:spcBef>
              <a:spcAft>
                <a:spcPts val="0"/>
              </a:spcAft>
              <a:defRPr/>
            </a:pPr>
            <a:r>
              <a:rPr lang="en-US" sz="1100" dirty="0">
                <a:solidFill>
                  <a:schemeClr val="tx1">
                    <a:lumMod val="75000"/>
                    <a:lumOff val="25000"/>
                  </a:schemeClr>
                </a:solidFill>
                <a:latin typeface="Calibri Light" panose="020F0302020204030204" pitchFamily="34" charset="0"/>
              </a:rPr>
              <a:t> Source: Board of Governors of the Federal Reserve System (US) via FRED®</a:t>
            </a:r>
          </a:p>
        </p:txBody>
      </p:sp>
      <p:sp>
        <p:nvSpPr>
          <p:cNvPr id="44037" name="Rectangle 2">
            <a:extLst>
              <a:ext uri="{FF2B5EF4-FFF2-40B4-BE49-F238E27FC236}">
                <a16:creationId xmlns:a16="http://schemas.microsoft.com/office/drawing/2014/main" id="{192167EE-61F9-734B-00C7-54743E7D7EF9}"/>
              </a:ext>
            </a:extLst>
          </p:cNvPr>
          <p:cNvSpPr>
            <a:spLocks noChangeArrowheads="1"/>
          </p:cNvSpPr>
          <p:nvPr/>
        </p:nvSpPr>
        <p:spPr bwMode="auto">
          <a:xfrm>
            <a:off x="274638" y="6454448"/>
            <a:ext cx="95186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sz="2000">
                <a:solidFill>
                  <a:schemeClr val="tx1"/>
                </a:solidFill>
                <a:latin typeface="Calibri" panose="020F0502020204030204" pitchFamily="34" charset="0"/>
              </a:defRPr>
            </a:lvl1pPr>
            <a:lvl2pPr>
              <a:defRPr sz="2000">
                <a:solidFill>
                  <a:schemeClr val="tx1"/>
                </a:solidFill>
                <a:latin typeface="Calibri" panose="020F0502020204030204" pitchFamily="34" charset="0"/>
              </a:defRPr>
            </a:lvl2pPr>
            <a:lvl3pPr>
              <a:defRPr sz="2000">
                <a:solidFill>
                  <a:schemeClr val="tx1"/>
                </a:solidFill>
                <a:latin typeface="Calibri" panose="020F0502020204030204" pitchFamily="34" charset="0"/>
              </a:defRPr>
            </a:lvl3pPr>
            <a:lvl4pPr>
              <a:defRPr sz="2000">
                <a:solidFill>
                  <a:schemeClr val="tx1"/>
                </a:solidFill>
                <a:latin typeface="Calibri" panose="020F0502020204030204" pitchFamily="34" charset="0"/>
              </a:defRPr>
            </a:lvl4pPr>
            <a:lvl5pPr>
              <a:defRPr sz="2000">
                <a:solidFill>
                  <a:schemeClr val="tx1"/>
                </a:solidFill>
                <a:latin typeface="Calibri" panose="020F0502020204030204" pitchFamily="34" charset="0"/>
              </a:defRPr>
            </a:lvl5pPr>
            <a:lvl6pPr marL="2493963" indent="-207963" defTabSz="1017588" eaLnBrk="0" fontAlgn="base" hangingPunct="0">
              <a:spcBef>
                <a:spcPct val="0"/>
              </a:spcBef>
              <a:spcAft>
                <a:spcPct val="0"/>
              </a:spcAft>
              <a:defRPr sz="2000">
                <a:solidFill>
                  <a:schemeClr val="tx1"/>
                </a:solidFill>
                <a:latin typeface="Calibri" panose="020F0502020204030204" pitchFamily="34" charset="0"/>
              </a:defRPr>
            </a:lvl6pPr>
            <a:lvl7pPr marL="2951163" indent="-207963" defTabSz="1017588" eaLnBrk="0" fontAlgn="base" hangingPunct="0">
              <a:spcBef>
                <a:spcPct val="0"/>
              </a:spcBef>
              <a:spcAft>
                <a:spcPct val="0"/>
              </a:spcAft>
              <a:defRPr sz="2000">
                <a:solidFill>
                  <a:schemeClr val="tx1"/>
                </a:solidFill>
                <a:latin typeface="Calibri" panose="020F0502020204030204" pitchFamily="34" charset="0"/>
              </a:defRPr>
            </a:lvl7pPr>
            <a:lvl8pPr marL="3408363" indent="-207963" defTabSz="1017588" eaLnBrk="0" fontAlgn="base" hangingPunct="0">
              <a:spcBef>
                <a:spcPct val="0"/>
              </a:spcBef>
              <a:spcAft>
                <a:spcPct val="0"/>
              </a:spcAft>
              <a:defRPr sz="2000">
                <a:solidFill>
                  <a:schemeClr val="tx1"/>
                </a:solidFill>
                <a:latin typeface="Calibri" panose="020F0502020204030204" pitchFamily="34" charset="0"/>
              </a:defRPr>
            </a:lvl8pPr>
            <a:lvl9pPr marL="3865563" indent="-207963" defTabSz="1017588" eaLnBrk="0" fontAlgn="base" hangingPunct="0">
              <a:spcBef>
                <a:spcPct val="0"/>
              </a:spcBef>
              <a:spcAft>
                <a:spcPct val="0"/>
              </a:spcAft>
              <a:defRPr sz="2000">
                <a:solidFill>
                  <a:schemeClr val="tx1"/>
                </a:solidFill>
                <a:latin typeface="Calibri" panose="020F0502020204030204" pitchFamily="34" charset="0"/>
              </a:defRPr>
            </a:lvl9pPr>
          </a:lstStyle>
          <a:p>
            <a:pPr eaLnBrk="1" hangingPunct="1">
              <a:buFont typeface="Arial" panose="020B0604020202020204" pitchFamily="34" charset="0"/>
              <a:buChar char="•"/>
            </a:pPr>
            <a:r>
              <a:rPr lang="en-US" altLang="en-US" sz="1400" dirty="0"/>
              <a:t>SOFR is a secured, overnight rate, without the bank credit risk component. </a:t>
            </a:r>
          </a:p>
          <a:p>
            <a:pPr eaLnBrk="1" hangingPunct="1">
              <a:buFont typeface="Arial" panose="020B0604020202020204" pitchFamily="34" charset="0"/>
              <a:buChar char="•"/>
            </a:pPr>
            <a:endParaRPr lang="en-US" altLang="en-US" sz="1400" dirty="0"/>
          </a:p>
        </p:txBody>
      </p:sp>
      <p:sp>
        <p:nvSpPr>
          <p:cNvPr id="2" name="TextBox 1">
            <a:extLst>
              <a:ext uri="{FF2B5EF4-FFF2-40B4-BE49-F238E27FC236}">
                <a16:creationId xmlns:a16="http://schemas.microsoft.com/office/drawing/2014/main" id="{66BC1CEE-2B91-04E2-5E74-674BD3513181}"/>
              </a:ext>
            </a:extLst>
          </p:cNvPr>
          <p:cNvSpPr txBox="1"/>
          <p:nvPr/>
        </p:nvSpPr>
        <p:spPr>
          <a:xfrm>
            <a:off x="555625" y="1480919"/>
            <a:ext cx="8756541" cy="4339076"/>
          </a:xfrm>
          <a:prstGeom prst="rect">
            <a:avLst/>
          </a:prstGeom>
          <a:noFill/>
        </p:spPr>
        <p:txBody>
          <a:bodyPr wrap="square" lIns="0" tIns="0" rIns="0" bIns="0" rtlCol="0">
            <a:noAutofit/>
          </a:bodyPr>
          <a:lstStyle/>
          <a:p>
            <a:pPr marL="0" defTabSz="914400">
              <a:lnSpc>
                <a:spcPct val="90000"/>
              </a:lnSpc>
              <a:spcBef>
                <a:spcPts val="500"/>
              </a:spcBef>
            </a:pPr>
            <a:r>
              <a:rPr lang="en-US" sz="1600" dirty="0">
                <a:solidFill>
                  <a:schemeClr val="tx1">
                    <a:lumMod val="75000"/>
                    <a:lumOff val="25000"/>
                  </a:schemeClr>
                </a:solidFill>
                <a:latin typeface="Calibri Light" panose="020F0302020204030204" pitchFamily="34" charset="0"/>
              </a:rPr>
              <a:t>{{SOFR_GRAPH}}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Slide Number Placeholder 11">
            <a:extLst>
              <a:ext uri="{FF2B5EF4-FFF2-40B4-BE49-F238E27FC236}">
                <a16:creationId xmlns:a16="http://schemas.microsoft.com/office/drawing/2014/main" id="{34DA5BF1-D590-7C7D-D472-F18EF1CB3944}"/>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3BF1BE3-7741-4DBA-977E-D5944660D370}" type="slidenum">
              <a:rPr lang="en-US" altLang="en-US"/>
              <a:pPr/>
              <a:t>3</a:t>
            </a:fld>
            <a:endParaRPr lang="en-US" altLang="en-US"/>
          </a:p>
        </p:txBody>
      </p:sp>
      <p:sp>
        <p:nvSpPr>
          <p:cNvPr id="46083" name="Title 1">
            <a:extLst>
              <a:ext uri="{FF2B5EF4-FFF2-40B4-BE49-F238E27FC236}">
                <a16:creationId xmlns:a16="http://schemas.microsoft.com/office/drawing/2014/main" id="{AF202D74-6AD3-501F-6D25-3637D1FD465C}"/>
              </a:ext>
            </a:extLst>
          </p:cNvPr>
          <p:cNvSpPr>
            <a:spLocks noGrp="1"/>
          </p:cNvSpPr>
          <p:nvPr>
            <p:ph type="title"/>
          </p:nvPr>
        </p:nvSpPr>
        <p:spPr/>
        <p:txBody>
          <a:bodyPr/>
          <a:lstStyle/>
          <a:p>
            <a:pPr eaLnBrk="1" hangingPunct="1"/>
            <a:r>
              <a:rPr lang="en-US" altLang="en-US" dirty="0">
                <a:solidFill>
                  <a:srgbClr val="7D532F"/>
                </a:solidFill>
              </a:rPr>
              <a:t>10-year U.S. Treasury Yield (From March 1981)</a:t>
            </a:r>
          </a:p>
        </p:txBody>
      </p:sp>
      <p:sp>
        <p:nvSpPr>
          <p:cNvPr id="8" name="TextBox 7">
            <a:extLst>
              <a:ext uri="{FF2B5EF4-FFF2-40B4-BE49-F238E27FC236}">
                <a16:creationId xmlns:a16="http://schemas.microsoft.com/office/drawing/2014/main" id="{58A74341-BDB1-E7FC-C020-8514A7763172}"/>
              </a:ext>
            </a:extLst>
          </p:cNvPr>
          <p:cNvSpPr txBox="1"/>
          <p:nvPr/>
        </p:nvSpPr>
        <p:spPr>
          <a:xfrm>
            <a:off x="862013" y="6948488"/>
            <a:ext cx="4372139" cy="324069"/>
          </a:xfrm>
          <a:prstGeom prst="rect">
            <a:avLst/>
          </a:prstGeom>
          <a:noFill/>
        </p:spPr>
        <p:txBody>
          <a:bodyPr lIns="0" tIns="0" rIns="0" bIns="0"/>
          <a:lstStyle/>
          <a:p>
            <a:pPr defTabSz="914400" eaLnBrk="1" fontAlgn="auto" hangingPunct="1">
              <a:lnSpc>
                <a:spcPct val="90000"/>
              </a:lnSpc>
              <a:spcBef>
                <a:spcPts val="500"/>
              </a:spcBef>
              <a:spcAft>
                <a:spcPts val="0"/>
              </a:spcAft>
              <a:defRPr/>
            </a:pPr>
            <a:r>
              <a:rPr lang="en-US" sz="1100" dirty="0">
                <a:solidFill>
                  <a:schemeClr val="tx1">
                    <a:lumMod val="75000"/>
                    <a:lumOff val="25000"/>
                  </a:schemeClr>
                </a:solidFill>
                <a:latin typeface="Calibri Light" panose="020F0302020204030204" pitchFamily="34" charset="0"/>
              </a:rPr>
              <a:t> Source: Board of Governors of the Federal Reserve System (US) via FRED®</a:t>
            </a:r>
          </a:p>
        </p:txBody>
      </p:sp>
      <p:sp>
        <p:nvSpPr>
          <p:cNvPr id="2" name="TextBox 1">
            <a:extLst>
              <a:ext uri="{FF2B5EF4-FFF2-40B4-BE49-F238E27FC236}">
                <a16:creationId xmlns:a16="http://schemas.microsoft.com/office/drawing/2014/main" id="{27CADC87-2940-5377-815F-EF7784205DD7}"/>
              </a:ext>
            </a:extLst>
          </p:cNvPr>
          <p:cNvSpPr txBox="1"/>
          <p:nvPr/>
        </p:nvSpPr>
        <p:spPr>
          <a:xfrm>
            <a:off x="681037" y="1538287"/>
            <a:ext cx="8685213" cy="5125271"/>
          </a:xfrm>
          <a:prstGeom prst="rect">
            <a:avLst/>
          </a:prstGeom>
          <a:noFill/>
        </p:spPr>
        <p:txBody>
          <a:bodyPr wrap="square" lIns="0" tIns="0" rIns="0" bIns="0" rtlCol="0">
            <a:noAutofit/>
          </a:bodyPr>
          <a:lstStyle/>
          <a:p>
            <a:pPr marL="0" defTabSz="914400">
              <a:lnSpc>
                <a:spcPct val="90000"/>
              </a:lnSpc>
              <a:spcBef>
                <a:spcPts val="500"/>
              </a:spcBef>
            </a:pPr>
            <a:r>
              <a:rPr lang="en-US" sz="1600" dirty="0">
                <a:solidFill>
                  <a:schemeClr val="tx1">
                    <a:lumMod val="75000"/>
                    <a:lumOff val="25000"/>
                  </a:schemeClr>
                </a:solidFill>
                <a:latin typeface="Calibri Light" panose="020F0302020204030204" pitchFamily="34" charset="0"/>
              </a:rPr>
              <a:t>{{DGS10_GRAPH}}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3">
            <a:extLst>
              <a:ext uri="{FF2B5EF4-FFF2-40B4-BE49-F238E27FC236}">
                <a16:creationId xmlns:a16="http://schemas.microsoft.com/office/drawing/2014/main" id="{5B0F3AB0-55E1-3C21-0634-2C16DF12640C}"/>
              </a:ext>
            </a:extLst>
          </p:cNvPr>
          <p:cNvSpPr>
            <a:spLocks noGrp="1" noChangeArrowheads="1"/>
          </p:cNvSpPr>
          <p:nvPr>
            <p:ph idx="1"/>
          </p:nvPr>
        </p:nvSpPr>
        <p:spPr>
          <a:xfrm>
            <a:off x="704850" y="1619250"/>
            <a:ext cx="8686800" cy="5673725"/>
          </a:xfrm>
        </p:spPr>
        <p:txBody>
          <a:bodyPr/>
          <a:lstStyle/>
          <a:p>
            <a:pPr eaLnBrk="1" hangingPunct="1">
              <a:defRPr/>
            </a:pPr>
            <a:r>
              <a:rPr lang="en-US" altLang="en-US" sz="1500" dirty="0">
                <a:solidFill>
                  <a:srgbClr val="7D532F"/>
                </a:solidFill>
              </a:rPr>
              <a:t>Definition...</a:t>
            </a:r>
          </a:p>
          <a:p>
            <a:pPr lvl="2" eaLnBrk="1" hangingPunct="1">
              <a:spcBef>
                <a:spcPts val="300"/>
              </a:spcBef>
              <a:buClr>
                <a:srgbClr val="7D532F"/>
              </a:buClr>
              <a:defRPr/>
            </a:pPr>
            <a:r>
              <a:rPr lang="en-US" altLang="en-US" sz="1500" dirty="0"/>
              <a:t>An agreement between two counterparties to exchange payments that are based upon different interest rate characteristics. </a:t>
            </a:r>
          </a:p>
          <a:p>
            <a:pPr lvl="2" eaLnBrk="1" hangingPunct="1">
              <a:spcBef>
                <a:spcPts val="300"/>
              </a:spcBef>
              <a:buClr>
                <a:srgbClr val="7D532F"/>
              </a:buClr>
              <a:defRPr/>
            </a:pPr>
            <a:r>
              <a:rPr lang="en-US" altLang="en-US" sz="1500" dirty="0"/>
              <a:t>At its simplest, the swap may be considered as a hedge that offsets the loan’s </a:t>
            </a:r>
            <a:r>
              <a:rPr lang="en-US" altLang="en-US" sz="1500" dirty="0">
                <a:solidFill>
                  <a:schemeClr val="tx1"/>
                </a:solidFill>
              </a:rPr>
              <a:t>adjustable </a:t>
            </a:r>
            <a:r>
              <a:rPr lang="en-US" altLang="en-US" sz="1500" dirty="0"/>
              <a:t>rate. </a:t>
            </a:r>
          </a:p>
          <a:p>
            <a:pPr eaLnBrk="1" hangingPunct="1">
              <a:defRPr/>
            </a:pPr>
            <a:r>
              <a:rPr lang="en-US" altLang="en-US" sz="1500" dirty="0">
                <a:solidFill>
                  <a:srgbClr val="7D532F"/>
                </a:solidFill>
              </a:rPr>
              <a:t>Characteristics…</a:t>
            </a:r>
          </a:p>
          <a:p>
            <a:pPr lvl="2" eaLnBrk="1" hangingPunct="1">
              <a:spcBef>
                <a:spcPts val="300"/>
              </a:spcBef>
              <a:buClr>
                <a:srgbClr val="7D532F"/>
              </a:buClr>
              <a:defRPr/>
            </a:pPr>
            <a:r>
              <a:rPr lang="en-US" altLang="en-US" sz="1500" dirty="0"/>
              <a:t>The swap is a </a:t>
            </a:r>
            <a:r>
              <a:rPr lang="en-US" altLang="en-US" sz="1500" b="1" dirty="0"/>
              <a:t>separate contract </a:t>
            </a:r>
            <a:r>
              <a:rPr lang="en-US" altLang="en-US" sz="1500" dirty="0"/>
              <a:t>apart from the loan.</a:t>
            </a:r>
          </a:p>
          <a:p>
            <a:pPr lvl="2" eaLnBrk="1" hangingPunct="1">
              <a:spcBef>
                <a:spcPts val="300"/>
              </a:spcBef>
              <a:buClr>
                <a:srgbClr val="7D532F"/>
              </a:buClr>
              <a:defRPr/>
            </a:pPr>
            <a:r>
              <a:rPr lang="en-US" altLang="en-US" sz="1500" b="1" dirty="0"/>
              <a:t>Principal amount is never exchanged.</a:t>
            </a:r>
          </a:p>
          <a:p>
            <a:pPr lvl="2" eaLnBrk="1" hangingPunct="1">
              <a:spcBef>
                <a:spcPts val="300"/>
              </a:spcBef>
              <a:buClr>
                <a:srgbClr val="7D532F"/>
              </a:buClr>
              <a:defRPr/>
            </a:pPr>
            <a:r>
              <a:rPr lang="es-ES" altLang="en-US" sz="1500" dirty="0"/>
              <a:t>{{</a:t>
            </a:r>
            <a:r>
              <a:rPr lang="es-ES" altLang="en-US" sz="1500" dirty="0" err="1"/>
              <a:t>Fixed</a:t>
            </a:r>
            <a:r>
              <a:rPr lang="es-ES" altLang="en-US" sz="1500" dirty="0"/>
              <a:t> </a:t>
            </a:r>
            <a:r>
              <a:rPr lang="es-ES" altLang="en-US" sz="1500" dirty="0" err="1"/>
              <a:t>Rate</a:t>
            </a:r>
            <a:r>
              <a:rPr lang="es-ES" altLang="en-US" sz="1500" dirty="0"/>
              <a:t> </a:t>
            </a:r>
            <a:r>
              <a:rPr lang="es-ES" altLang="en-US" sz="1500" dirty="0" err="1"/>
              <a:t>Payer</a:t>
            </a:r>
            <a:r>
              <a:rPr lang="es-ES" altLang="en-US" sz="1500" dirty="0"/>
              <a:t>}} </a:t>
            </a:r>
            <a:r>
              <a:rPr lang="en-US" altLang="en-US" sz="1500" dirty="0"/>
              <a:t>pays swap fixed rate and  {{Float Rate Payer}} pays the adjustable rate + margin</a:t>
            </a:r>
          </a:p>
          <a:p>
            <a:pPr lvl="2" eaLnBrk="1" hangingPunct="1">
              <a:spcBef>
                <a:spcPts val="300"/>
              </a:spcBef>
              <a:buClr>
                <a:srgbClr val="7D532F"/>
              </a:buClr>
              <a:defRPr/>
            </a:pPr>
            <a:r>
              <a:rPr lang="en-US" sz="1400" dirty="0">
                <a:solidFill>
                  <a:schemeClr val="tx1">
                    <a:lumMod val="75000"/>
                    <a:lumOff val="25000"/>
                  </a:schemeClr>
                </a:solidFill>
              </a:rPr>
              <a:t>{{Payment Frequency</a:t>
            </a:r>
            <a:r>
              <a:rPr lang="en-US" altLang="en-US" sz="1500" dirty="0"/>
              <a:t>}} swap activity will flow through your account as the net of the fixed and adjustable-rate components, auto-debit or auto-credit. We recommend that your loan is also set up on electronic auto-pay.</a:t>
            </a:r>
          </a:p>
          <a:p>
            <a:pPr lvl="2" eaLnBrk="1" hangingPunct="1">
              <a:spcBef>
                <a:spcPts val="300"/>
              </a:spcBef>
              <a:buClr>
                <a:srgbClr val="7D532F"/>
              </a:buClr>
              <a:defRPr/>
            </a:pPr>
            <a:r>
              <a:rPr lang="en-US" altLang="en-US" sz="1500" dirty="0"/>
              <a:t>Legal relationship is ‘governed’ by International Swaps and Derivatives Association, Inc. (ISDA) documentation.</a:t>
            </a:r>
          </a:p>
          <a:p>
            <a:pPr lvl="2" eaLnBrk="1" hangingPunct="1">
              <a:spcBef>
                <a:spcPts val="300"/>
              </a:spcBef>
              <a:buClr>
                <a:srgbClr val="7D532F"/>
              </a:buClr>
              <a:defRPr/>
            </a:pPr>
            <a:r>
              <a:rPr lang="en-US" altLang="en-US" sz="1500" b="1" dirty="0"/>
              <a:t>No fees </a:t>
            </a:r>
            <a:r>
              <a:rPr lang="en-US" altLang="en-US" sz="1500" dirty="0"/>
              <a:t>to enter into swap agreement.</a:t>
            </a:r>
          </a:p>
          <a:p>
            <a:pPr lvl="2" eaLnBrk="1" hangingPunct="1">
              <a:spcBef>
                <a:spcPts val="300"/>
              </a:spcBef>
              <a:buClr>
                <a:srgbClr val="7D532F"/>
              </a:buClr>
              <a:defRPr/>
            </a:pPr>
            <a:r>
              <a:rPr lang="en-US" altLang="en-US" sz="1500" dirty="0"/>
              <a:t>Generally </a:t>
            </a:r>
            <a:r>
              <a:rPr lang="en-US" altLang="en-US" sz="1500" b="1" dirty="0"/>
              <a:t>transferable</a:t>
            </a:r>
            <a:r>
              <a:rPr lang="en-US" altLang="en-US" sz="1500" dirty="0"/>
              <a:t>, prior written approval required, provided requirements are met. (subject to credit approval, collateral, loan margin changes)</a:t>
            </a:r>
          </a:p>
          <a:p>
            <a:pPr lvl="2" eaLnBrk="1" hangingPunct="1">
              <a:spcBef>
                <a:spcPts val="300"/>
              </a:spcBef>
              <a:buClr>
                <a:srgbClr val="7D532F"/>
              </a:buClr>
              <a:defRPr/>
            </a:pPr>
            <a:r>
              <a:rPr lang="en-US" altLang="en-US" sz="1500" b="1" dirty="0"/>
              <a:t>Fluctuating</a:t>
            </a:r>
            <a:r>
              <a:rPr lang="en-US" altLang="en-US" sz="1500" dirty="0"/>
              <a:t>, unrealized market </a:t>
            </a:r>
            <a:r>
              <a:rPr lang="en-US" altLang="en-US" sz="1500" b="1" dirty="0"/>
              <a:t>value</a:t>
            </a:r>
            <a:r>
              <a:rPr lang="en-US" altLang="en-US" sz="1500" dirty="0"/>
              <a:t>.</a:t>
            </a:r>
          </a:p>
        </p:txBody>
      </p:sp>
      <p:sp>
        <p:nvSpPr>
          <p:cNvPr id="48131" name="Slide Number Placeholder 14">
            <a:extLst>
              <a:ext uri="{FF2B5EF4-FFF2-40B4-BE49-F238E27FC236}">
                <a16:creationId xmlns:a16="http://schemas.microsoft.com/office/drawing/2014/main" id="{64D77E60-1858-27CB-FA8F-8E73ED13907D}"/>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B325D8A-6CFC-47FE-B085-5643553F3CC4}" type="slidenum">
              <a:rPr lang="en-US" altLang="en-US"/>
              <a:pPr/>
              <a:t>4</a:t>
            </a:fld>
            <a:endParaRPr lang="en-US" altLang="en-US"/>
          </a:p>
        </p:txBody>
      </p:sp>
      <p:sp>
        <p:nvSpPr>
          <p:cNvPr id="48132" name="Title 1">
            <a:extLst>
              <a:ext uri="{FF2B5EF4-FFF2-40B4-BE49-F238E27FC236}">
                <a16:creationId xmlns:a16="http://schemas.microsoft.com/office/drawing/2014/main" id="{9BD15EEE-929E-47CD-5569-78568E10339B}"/>
              </a:ext>
            </a:extLst>
          </p:cNvPr>
          <p:cNvSpPr>
            <a:spLocks noGrp="1"/>
          </p:cNvSpPr>
          <p:nvPr>
            <p:ph type="title"/>
          </p:nvPr>
        </p:nvSpPr>
        <p:spPr/>
        <p:txBody>
          <a:bodyPr/>
          <a:lstStyle/>
          <a:p>
            <a:pPr eaLnBrk="1" hangingPunct="1"/>
            <a:r>
              <a:rPr lang="en-US" altLang="en-US" dirty="0">
                <a:solidFill>
                  <a:srgbClr val="7D532F"/>
                </a:solidFill>
              </a:rPr>
              <a:t>Interest Rate Swap Definition &amp; Characteristics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1154390C-B091-7E69-ABB1-8E53A029813A}"/>
              </a:ext>
            </a:extLst>
          </p:cNvPr>
          <p:cNvSpPr>
            <a:spLocks noGrp="1"/>
          </p:cNvSpPr>
          <p:nvPr>
            <p:ph type="title"/>
          </p:nvPr>
        </p:nvSpPr>
        <p:spPr/>
        <p:txBody>
          <a:bodyPr/>
          <a:lstStyle/>
          <a:p>
            <a:pPr eaLnBrk="1" hangingPunct="1"/>
            <a:r>
              <a:rPr lang="en-US" altLang="en-US" dirty="0">
                <a:solidFill>
                  <a:srgbClr val="7D532F"/>
                </a:solidFill>
              </a:rPr>
              <a:t>Benefits and Risks of an Interest Rate Swap</a:t>
            </a:r>
          </a:p>
        </p:txBody>
      </p:sp>
      <p:graphicFrame>
        <p:nvGraphicFramePr>
          <p:cNvPr id="12" name="Content Placeholder 11">
            <a:extLst>
              <a:ext uri="{FF2B5EF4-FFF2-40B4-BE49-F238E27FC236}">
                <a16:creationId xmlns:a16="http://schemas.microsoft.com/office/drawing/2014/main" id="{7DF6B197-BD94-874A-EEA0-42733563742D}"/>
              </a:ext>
            </a:extLst>
          </p:cNvPr>
          <p:cNvGraphicFramePr>
            <a:graphicFrameLocks noGrp="1"/>
          </p:cNvGraphicFramePr>
          <p:nvPr>
            <p:ph idx="1"/>
            <p:extLst>
              <p:ext uri="{D42A27DB-BD31-4B8C-83A1-F6EECF244321}">
                <p14:modId xmlns:p14="http://schemas.microsoft.com/office/powerpoint/2010/main" val="3500947589"/>
              </p:ext>
            </p:extLst>
          </p:nvPr>
        </p:nvGraphicFramePr>
        <p:xfrm>
          <a:off x="692150" y="1552575"/>
          <a:ext cx="8674100" cy="4975225"/>
        </p:xfrm>
        <a:graphic>
          <a:graphicData uri="http://schemas.openxmlformats.org/drawingml/2006/table">
            <a:tbl>
              <a:tblPr/>
              <a:tblGrid>
                <a:gridCol w="4202424">
                  <a:extLst>
                    <a:ext uri="{9D8B030D-6E8A-4147-A177-3AD203B41FA5}">
                      <a16:colId xmlns:a16="http://schemas.microsoft.com/office/drawing/2014/main" val="20000"/>
                    </a:ext>
                  </a:extLst>
                </a:gridCol>
                <a:gridCol w="150392">
                  <a:extLst>
                    <a:ext uri="{9D8B030D-6E8A-4147-A177-3AD203B41FA5}">
                      <a16:colId xmlns:a16="http://schemas.microsoft.com/office/drawing/2014/main" val="20001"/>
                    </a:ext>
                  </a:extLst>
                </a:gridCol>
                <a:gridCol w="4321284">
                  <a:extLst>
                    <a:ext uri="{9D8B030D-6E8A-4147-A177-3AD203B41FA5}">
                      <a16:colId xmlns:a16="http://schemas.microsoft.com/office/drawing/2014/main" val="20002"/>
                    </a:ext>
                  </a:extLst>
                </a:gridCol>
              </a:tblGrid>
              <a:tr h="337092">
                <a:tc>
                  <a:txBody>
                    <a:bodyPr/>
                    <a:lstStyle/>
                    <a:p>
                      <a:pPr marL="0" indent="0" algn="l" defTabSz="914400" rtl="0" eaLnBrk="1" fontAlgn="b" latinLnBrk="0" hangingPunct="1">
                        <a:lnSpc>
                          <a:spcPct val="110000"/>
                        </a:lnSpc>
                        <a:spcBef>
                          <a:spcPts val="1000"/>
                        </a:spcBef>
                        <a:buFont typeface="Arial" panose="020B0604020202020204" pitchFamily="34" charset="0"/>
                        <a:buNone/>
                      </a:pPr>
                      <a:r>
                        <a:rPr lang="en-US" sz="1600" b="1" kern="1200" dirty="0">
                          <a:solidFill>
                            <a:srgbClr val="7D532F"/>
                          </a:solidFill>
                          <a:latin typeface="+mj-lt"/>
                          <a:ea typeface="+mn-ea"/>
                          <a:cs typeface="Arial" pitchFamily="34" charset="0"/>
                        </a:rPr>
                        <a:t>Benefits</a:t>
                      </a:r>
                    </a:p>
                  </a:txBody>
                  <a:tcPr marL="0" marR="0"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7D532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fontAlgn="b" latinLnBrk="0" hangingPunct="1">
                        <a:lnSpc>
                          <a:spcPct val="110000"/>
                        </a:lnSpc>
                        <a:spcBef>
                          <a:spcPts val="1000"/>
                        </a:spcBef>
                        <a:buFont typeface="Arial" panose="020B0604020202020204" pitchFamily="34" charset="0"/>
                        <a:buNone/>
                      </a:pPr>
                      <a:endParaRPr lang="en-US" sz="1600" b="1" kern="1200" dirty="0">
                        <a:solidFill>
                          <a:schemeClr val="tx2"/>
                        </a:solidFill>
                        <a:latin typeface="+mj-lt"/>
                        <a:ea typeface="+mn-ea"/>
                        <a:cs typeface="Arial" pitchFamily="34" charset="0"/>
                      </a:endParaRPr>
                    </a:p>
                  </a:txBody>
                  <a:tcPr marL="0" marR="0"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fontAlgn="b" latinLnBrk="0" hangingPunct="1">
                        <a:lnSpc>
                          <a:spcPct val="110000"/>
                        </a:lnSpc>
                        <a:spcBef>
                          <a:spcPts val="1000"/>
                        </a:spcBef>
                        <a:buFont typeface="Arial" panose="020B0604020202020204" pitchFamily="34" charset="0"/>
                        <a:buNone/>
                      </a:pPr>
                      <a:r>
                        <a:rPr lang="en-US" sz="1600" b="1" kern="1200" dirty="0">
                          <a:solidFill>
                            <a:srgbClr val="7D532F"/>
                          </a:solidFill>
                          <a:latin typeface="+mj-lt"/>
                          <a:ea typeface="+mn-ea"/>
                          <a:cs typeface="Arial" pitchFamily="34" charset="0"/>
                        </a:rPr>
                        <a:t>Costs and Risks</a:t>
                      </a:r>
                    </a:p>
                  </a:txBody>
                  <a:tcPr marL="0" marR="0"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7D532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638133">
                <a:tc>
                  <a:txBody>
                    <a:bodyPr/>
                    <a:lstStyle/>
                    <a:p>
                      <a:pPr marL="228600" marR="0" lvl="2" indent="-228600" algn="l" defTabSz="914400" rtl="0" eaLnBrk="1" fontAlgn="auto" latinLnBrk="0" hangingPunct="1">
                        <a:lnSpc>
                          <a:spcPct val="110000"/>
                        </a:lnSpc>
                        <a:spcBef>
                          <a:spcPts val="200"/>
                        </a:spcBef>
                        <a:spcAft>
                          <a:spcPts val="0"/>
                        </a:spcAft>
                        <a:buClr>
                          <a:srgbClr val="7D532F"/>
                        </a:buClr>
                        <a:buSzPct val="65000"/>
                        <a:buFont typeface="Wingdings 3" panose="05040102010807070707" pitchFamily="18" charset="2"/>
                        <a:buChar char=""/>
                        <a:tabLst/>
                        <a:defRPr/>
                      </a:pPr>
                      <a:r>
                        <a:rPr lang="en-US" sz="1400" b="1" kern="1200" dirty="0">
                          <a:solidFill>
                            <a:schemeClr val="tx1">
                              <a:lumMod val="75000"/>
                              <a:lumOff val="25000"/>
                            </a:schemeClr>
                          </a:solidFill>
                          <a:latin typeface="+mj-lt"/>
                          <a:ea typeface="+mn-ea"/>
                          <a:cs typeface="+mn-cs"/>
                        </a:rPr>
                        <a:t>Mitigate</a:t>
                      </a:r>
                      <a:r>
                        <a:rPr lang="en-US" sz="1400" kern="1200" dirty="0">
                          <a:solidFill>
                            <a:schemeClr val="tx1">
                              <a:lumMod val="75000"/>
                              <a:lumOff val="25000"/>
                            </a:schemeClr>
                          </a:solidFill>
                          <a:latin typeface="+mj-lt"/>
                          <a:ea typeface="+mn-ea"/>
                          <a:cs typeface="+mn-cs"/>
                        </a:rPr>
                        <a:t> interest rate </a:t>
                      </a:r>
                      <a:r>
                        <a:rPr lang="en-US" sz="1400" b="1" kern="1200" dirty="0">
                          <a:solidFill>
                            <a:schemeClr val="tx1">
                              <a:lumMod val="75000"/>
                              <a:lumOff val="25000"/>
                            </a:schemeClr>
                          </a:solidFill>
                          <a:latin typeface="+mj-lt"/>
                          <a:ea typeface="+mn-ea"/>
                          <a:cs typeface="+mn-cs"/>
                        </a:rPr>
                        <a:t>uncertainty </a:t>
                      </a:r>
                      <a:r>
                        <a:rPr lang="en-US" sz="1400" kern="1200" dirty="0">
                          <a:solidFill>
                            <a:schemeClr val="tx1">
                              <a:lumMod val="75000"/>
                              <a:lumOff val="25000"/>
                            </a:schemeClr>
                          </a:solidFill>
                          <a:latin typeface="+mj-lt"/>
                          <a:ea typeface="+mn-ea"/>
                          <a:cs typeface="+mn-cs"/>
                        </a:rPr>
                        <a:t>associated with adjustable-rate loans.</a:t>
                      </a:r>
                    </a:p>
                    <a:p>
                      <a:pPr marL="228600" marR="0" lvl="2" indent="-228600" algn="l" defTabSz="914400" rtl="0" eaLnBrk="1" fontAlgn="auto" latinLnBrk="0" hangingPunct="1">
                        <a:lnSpc>
                          <a:spcPct val="110000"/>
                        </a:lnSpc>
                        <a:spcBef>
                          <a:spcPts val="200"/>
                        </a:spcBef>
                        <a:spcAft>
                          <a:spcPts val="0"/>
                        </a:spcAft>
                        <a:buClr>
                          <a:srgbClr val="7D532F"/>
                        </a:buClr>
                        <a:buSzPct val="65000"/>
                        <a:buFont typeface="Wingdings 3" panose="05040102010807070707" pitchFamily="18" charset="2"/>
                        <a:buChar char=""/>
                        <a:tabLst/>
                        <a:defRPr/>
                      </a:pPr>
                      <a:r>
                        <a:rPr lang="en-US" sz="1400" kern="1200" dirty="0">
                          <a:solidFill>
                            <a:schemeClr val="tx1">
                              <a:lumMod val="75000"/>
                              <a:lumOff val="25000"/>
                            </a:schemeClr>
                          </a:solidFill>
                          <a:latin typeface="+mj-lt"/>
                          <a:ea typeface="+mn-ea"/>
                          <a:cs typeface="+mn-cs"/>
                        </a:rPr>
                        <a:t>Keep </a:t>
                      </a:r>
                      <a:r>
                        <a:rPr lang="en-US" sz="1400" b="1" kern="1200" dirty="0">
                          <a:solidFill>
                            <a:schemeClr val="tx1">
                              <a:lumMod val="75000"/>
                              <a:lumOff val="25000"/>
                            </a:schemeClr>
                          </a:solidFill>
                          <a:latin typeface="+mj-lt"/>
                          <a:ea typeface="+mn-ea"/>
                          <a:cs typeface="+mn-cs"/>
                        </a:rPr>
                        <a:t>stable</a:t>
                      </a:r>
                      <a:r>
                        <a:rPr lang="en-US" sz="1400" kern="1200" dirty="0">
                          <a:solidFill>
                            <a:schemeClr val="tx1">
                              <a:lumMod val="75000"/>
                              <a:lumOff val="25000"/>
                            </a:schemeClr>
                          </a:solidFill>
                          <a:latin typeface="+mj-lt"/>
                          <a:ea typeface="+mn-ea"/>
                          <a:cs typeface="+mn-cs"/>
                        </a:rPr>
                        <a:t> debt payments in fluctuating rate environments.</a:t>
                      </a:r>
                    </a:p>
                    <a:p>
                      <a:pPr marL="228600" marR="0" lvl="2" indent="-228600" algn="l" defTabSz="914400" rtl="0" eaLnBrk="1" fontAlgn="auto" latinLnBrk="0" hangingPunct="1">
                        <a:lnSpc>
                          <a:spcPct val="110000"/>
                        </a:lnSpc>
                        <a:spcBef>
                          <a:spcPts val="200"/>
                        </a:spcBef>
                        <a:spcAft>
                          <a:spcPts val="0"/>
                        </a:spcAft>
                        <a:buClr>
                          <a:srgbClr val="7D532F"/>
                        </a:buClr>
                        <a:buSzPct val="65000"/>
                        <a:buFont typeface="Wingdings 3" panose="05040102010807070707" pitchFamily="18" charset="2"/>
                        <a:buChar char=""/>
                        <a:tabLst/>
                        <a:defRPr/>
                      </a:pPr>
                      <a:r>
                        <a:rPr lang="en-US" sz="1400" kern="1200" dirty="0">
                          <a:solidFill>
                            <a:schemeClr val="tx1">
                              <a:lumMod val="75000"/>
                              <a:lumOff val="25000"/>
                            </a:schemeClr>
                          </a:solidFill>
                          <a:latin typeface="+mj-lt"/>
                          <a:ea typeface="+mn-ea"/>
                          <a:cs typeface="+mn-cs"/>
                        </a:rPr>
                        <a:t>Provide </a:t>
                      </a:r>
                      <a:r>
                        <a:rPr lang="en-US" sz="1400" b="1" kern="1200" dirty="0">
                          <a:solidFill>
                            <a:schemeClr val="tx1">
                              <a:lumMod val="75000"/>
                              <a:lumOff val="25000"/>
                            </a:schemeClr>
                          </a:solidFill>
                          <a:latin typeface="+mj-lt"/>
                          <a:ea typeface="+mn-ea"/>
                          <a:cs typeface="+mn-cs"/>
                        </a:rPr>
                        <a:t>flexibility</a:t>
                      </a:r>
                      <a:r>
                        <a:rPr lang="en-US" sz="1400" kern="1200" dirty="0">
                          <a:solidFill>
                            <a:schemeClr val="tx1">
                              <a:lumMod val="75000"/>
                              <a:lumOff val="25000"/>
                            </a:schemeClr>
                          </a:solidFill>
                          <a:latin typeface="+mj-lt"/>
                          <a:ea typeface="+mn-ea"/>
                          <a:cs typeface="+mn-cs"/>
                        </a:rPr>
                        <a:t> and </a:t>
                      </a:r>
                      <a:r>
                        <a:rPr lang="en-US" sz="1400" b="1" kern="1200" dirty="0">
                          <a:solidFill>
                            <a:schemeClr val="tx1">
                              <a:lumMod val="75000"/>
                              <a:lumOff val="25000"/>
                            </a:schemeClr>
                          </a:solidFill>
                          <a:latin typeface="+mj-lt"/>
                          <a:ea typeface="+mn-ea"/>
                          <a:cs typeface="+mn-cs"/>
                        </a:rPr>
                        <a:t>creative structuring</a:t>
                      </a:r>
                    </a:p>
                    <a:p>
                      <a:pPr marL="400050" marR="0" lvl="3" indent="-166688" algn="l" defTabSz="914400" rtl="0" eaLnBrk="1" fontAlgn="auto" latinLnBrk="0" hangingPunct="1">
                        <a:lnSpc>
                          <a:spcPct val="110000"/>
                        </a:lnSpc>
                        <a:spcBef>
                          <a:spcPts val="0"/>
                        </a:spcBef>
                        <a:spcAft>
                          <a:spcPts val="0"/>
                        </a:spcAft>
                        <a:buClr>
                          <a:srgbClr val="7D532F"/>
                        </a:buClr>
                        <a:buSzPct val="75000"/>
                        <a:buFont typeface="Wingdings" panose="05000000000000000000" pitchFamily="2" charset="2"/>
                        <a:buChar char="§"/>
                        <a:tabLst/>
                        <a:defRPr/>
                      </a:pPr>
                      <a:r>
                        <a:rPr lang="en-US" sz="1400" kern="1200" dirty="0">
                          <a:solidFill>
                            <a:schemeClr val="tx1">
                              <a:lumMod val="75000"/>
                              <a:lumOff val="25000"/>
                            </a:schemeClr>
                          </a:solidFill>
                          <a:latin typeface="+mj-lt"/>
                          <a:ea typeface="+mn-ea"/>
                          <a:cs typeface="+mn-cs"/>
                        </a:rPr>
                        <a:t>Customizable</a:t>
                      </a:r>
                    </a:p>
                    <a:p>
                      <a:pPr marL="400050" marR="0" lvl="3" indent="-166688" algn="l" defTabSz="914400" rtl="0" eaLnBrk="1" fontAlgn="auto" latinLnBrk="0" hangingPunct="1">
                        <a:lnSpc>
                          <a:spcPct val="110000"/>
                        </a:lnSpc>
                        <a:spcBef>
                          <a:spcPts val="0"/>
                        </a:spcBef>
                        <a:spcAft>
                          <a:spcPts val="0"/>
                        </a:spcAft>
                        <a:buClr>
                          <a:srgbClr val="7D532F"/>
                        </a:buClr>
                        <a:buSzPct val="75000"/>
                        <a:buFont typeface="Wingdings" panose="05000000000000000000" pitchFamily="2" charset="2"/>
                        <a:buChar char="§"/>
                        <a:tabLst/>
                        <a:defRPr/>
                      </a:pPr>
                      <a:r>
                        <a:rPr lang="en-US" sz="1400" kern="1200" dirty="0">
                          <a:solidFill>
                            <a:schemeClr val="tx1">
                              <a:lumMod val="75000"/>
                              <a:lumOff val="25000"/>
                            </a:schemeClr>
                          </a:solidFill>
                          <a:latin typeface="+mj-lt"/>
                          <a:ea typeface="+mn-ea"/>
                          <a:cs typeface="+mn-cs"/>
                        </a:rPr>
                        <a:t>Forward starting</a:t>
                      </a:r>
                    </a:p>
                    <a:p>
                      <a:pPr marL="400050" marR="0" lvl="3" indent="-166688" algn="l" defTabSz="914400" rtl="0" eaLnBrk="1" fontAlgn="auto" latinLnBrk="0" hangingPunct="1">
                        <a:lnSpc>
                          <a:spcPct val="110000"/>
                        </a:lnSpc>
                        <a:spcBef>
                          <a:spcPts val="0"/>
                        </a:spcBef>
                        <a:spcAft>
                          <a:spcPts val="0"/>
                        </a:spcAft>
                        <a:buClr>
                          <a:srgbClr val="7D532F"/>
                        </a:buClr>
                        <a:buSzPct val="75000"/>
                        <a:buFont typeface="Wingdings" panose="05000000000000000000" pitchFamily="2" charset="2"/>
                        <a:buChar char="§"/>
                        <a:tabLst/>
                        <a:defRPr/>
                      </a:pPr>
                      <a:r>
                        <a:rPr lang="en-US" sz="1400" kern="1200" dirty="0">
                          <a:solidFill>
                            <a:schemeClr val="tx1">
                              <a:lumMod val="75000"/>
                              <a:lumOff val="25000"/>
                            </a:schemeClr>
                          </a:solidFill>
                          <a:latin typeface="+mj-lt"/>
                          <a:ea typeface="+mn-ea"/>
                          <a:cs typeface="+mn-cs"/>
                        </a:rPr>
                        <a:t>Cancellable</a:t>
                      </a:r>
                    </a:p>
                    <a:p>
                      <a:pPr marL="400050" marR="0" lvl="3" indent="-166688" algn="l" defTabSz="914400" rtl="0" eaLnBrk="1" fontAlgn="auto" latinLnBrk="0" hangingPunct="1">
                        <a:lnSpc>
                          <a:spcPct val="110000"/>
                        </a:lnSpc>
                        <a:spcBef>
                          <a:spcPts val="0"/>
                        </a:spcBef>
                        <a:spcAft>
                          <a:spcPts val="0"/>
                        </a:spcAft>
                        <a:buClr>
                          <a:srgbClr val="7D532F"/>
                        </a:buClr>
                        <a:buSzPct val="75000"/>
                        <a:buFont typeface="Wingdings" panose="05000000000000000000" pitchFamily="2" charset="2"/>
                        <a:buChar char="§"/>
                        <a:tabLst/>
                        <a:defRPr/>
                      </a:pPr>
                      <a:r>
                        <a:rPr lang="en-US" sz="1400" kern="1200" dirty="0">
                          <a:solidFill>
                            <a:schemeClr val="tx1">
                              <a:lumMod val="75000"/>
                              <a:lumOff val="25000"/>
                            </a:schemeClr>
                          </a:solidFill>
                          <a:latin typeface="+mj-lt"/>
                          <a:ea typeface="+mn-ea"/>
                          <a:cs typeface="+mn-cs"/>
                        </a:rPr>
                        <a:t>Blend and Extend</a:t>
                      </a:r>
                    </a:p>
                    <a:p>
                      <a:pPr marL="400050" marR="0" lvl="3" indent="-166688" algn="l" defTabSz="914400" rtl="0" eaLnBrk="1" fontAlgn="auto" latinLnBrk="0" hangingPunct="1">
                        <a:lnSpc>
                          <a:spcPct val="110000"/>
                        </a:lnSpc>
                        <a:spcBef>
                          <a:spcPts val="0"/>
                        </a:spcBef>
                        <a:spcAft>
                          <a:spcPts val="0"/>
                        </a:spcAft>
                        <a:buClr>
                          <a:srgbClr val="7D532F"/>
                        </a:buClr>
                        <a:buSzPct val="75000"/>
                        <a:buFont typeface="Wingdings" panose="05000000000000000000" pitchFamily="2" charset="2"/>
                        <a:buChar char="§"/>
                        <a:tabLst/>
                        <a:defRPr/>
                      </a:pPr>
                      <a:r>
                        <a:rPr lang="en-US" sz="1400" kern="1200" dirty="0">
                          <a:solidFill>
                            <a:schemeClr val="tx1">
                              <a:lumMod val="75000"/>
                              <a:lumOff val="25000"/>
                            </a:schemeClr>
                          </a:solidFill>
                          <a:latin typeface="+mj-lt"/>
                          <a:ea typeface="+mn-ea"/>
                          <a:cs typeface="+mn-cs"/>
                        </a:rPr>
                        <a:t>Novation (portable)</a:t>
                      </a:r>
                    </a:p>
                    <a:p>
                      <a:pPr marL="228600" marR="0" lvl="2" indent="-228600" algn="l" defTabSz="914400" rtl="0" eaLnBrk="1" fontAlgn="auto" latinLnBrk="0" hangingPunct="1">
                        <a:lnSpc>
                          <a:spcPct val="110000"/>
                        </a:lnSpc>
                        <a:spcBef>
                          <a:spcPts val="200"/>
                        </a:spcBef>
                        <a:spcAft>
                          <a:spcPts val="0"/>
                        </a:spcAft>
                        <a:buClr>
                          <a:srgbClr val="7D532F"/>
                        </a:buClr>
                        <a:buSzPct val="65000"/>
                        <a:buFont typeface="Wingdings 3" panose="05040102010807070707" pitchFamily="18" charset="2"/>
                        <a:buChar char=""/>
                        <a:tabLst/>
                        <a:defRPr/>
                      </a:pPr>
                      <a:r>
                        <a:rPr lang="en-US" sz="1400" kern="1200" dirty="0">
                          <a:solidFill>
                            <a:schemeClr val="tx1">
                              <a:lumMod val="75000"/>
                              <a:lumOff val="25000"/>
                            </a:schemeClr>
                          </a:solidFill>
                          <a:latin typeface="+mj-lt"/>
                          <a:ea typeface="+mn-ea"/>
                          <a:cs typeface="+mn-cs"/>
                        </a:rPr>
                        <a:t>Fix an interest rate early on a </a:t>
                      </a:r>
                      <a:r>
                        <a:rPr lang="en-US" sz="1400" b="1" kern="1200" dirty="0">
                          <a:solidFill>
                            <a:schemeClr val="tx1">
                              <a:lumMod val="75000"/>
                              <a:lumOff val="25000"/>
                            </a:schemeClr>
                          </a:solidFill>
                          <a:latin typeface="+mj-lt"/>
                          <a:ea typeface="+mn-ea"/>
                          <a:cs typeface="+mn-cs"/>
                        </a:rPr>
                        <a:t>future refinancing</a:t>
                      </a:r>
                      <a:r>
                        <a:rPr lang="en-US" sz="1400" kern="1200" dirty="0">
                          <a:solidFill>
                            <a:schemeClr val="tx1">
                              <a:lumMod val="75000"/>
                              <a:lumOff val="25000"/>
                            </a:schemeClr>
                          </a:solidFill>
                          <a:latin typeface="+mj-lt"/>
                          <a:ea typeface="+mn-ea"/>
                          <a:cs typeface="+mn-cs"/>
                        </a:rPr>
                        <a:t> or</a:t>
                      </a:r>
                      <a:br>
                        <a:rPr lang="en-US" sz="1400" kern="1200" dirty="0">
                          <a:solidFill>
                            <a:schemeClr val="tx1">
                              <a:lumMod val="75000"/>
                              <a:lumOff val="25000"/>
                            </a:schemeClr>
                          </a:solidFill>
                          <a:latin typeface="+mj-lt"/>
                          <a:ea typeface="+mn-ea"/>
                          <a:cs typeface="+mn-cs"/>
                        </a:rPr>
                      </a:br>
                      <a:r>
                        <a:rPr lang="en-US" sz="1400" kern="1200" dirty="0">
                          <a:solidFill>
                            <a:schemeClr val="tx1">
                              <a:lumMod val="75000"/>
                              <a:lumOff val="25000"/>
                            </a:schemeClr>
                          </a:solidFill>
                          <a:latin typeface="+mj-lt"/>
                          <a:ea typeface="+mn-ea"/>
                          <a:cs typeface="+mn-cs"/>
                        </a:rPr>
                        <a:t>new borrowing.</a:t>
                      </a:r>
                    </a:p>
                    <a:p>
                      <a:pPr marL="228600" marR="0" lvl="2" indent="-228600" algn="l" defTabSz="914400" rtl="0" eaLnBrk="1" fontAlgn="auto" latinLnBrk="0" hangingPunct="1">
                        <a:lnSpc>
                          <a:spcPct val="110000"/>
                        </a:lnSpc>
                        <a:spcBef>
                          <a:spcPts val="200"/>
                        </a:spcBef>
                        <a:spcAft>
                          <a:spcPts val="0"/>
                        </a:spcAft>
                        <a:buClr>
                          <a:srgbClr val="7D532F"/>
                        </a:buClr>
                        <a:buSzPct val="65000"/>
                        <a:buFont typeface="Wingdings 3" panose="05040102010807070707" pitchFamily="18" charset="2"/>
                        <a:buChar char=""/>
                        <a:tabLst/>
                        <a:defRPr/>
                      </a:pPr>
                      <a:r>
                        <a:rPr lang="en-US" sz="1400" kern="1200" dirty="0">
                          <a:solidFill>
                            <a:schemeClr val="tx1">
                              <a:lumMod val="75000"/>
                              <a:lumOff val="25000"/>
                            </a:schemeClr>
                          </a:solidFill>
                          <a:latin typeface="+mj-lt"/>
                          <a:ea typeface="+mn-ea"/>
                          <a:cs typeface="+mn-cs"/>
                        </a:rPr>
                        <a:t>May realize </a:t>
                      </a:r>
                      <a:r>
                        <a:rPr lang="en-US" sz="1400" b="1" kern="1200" dirty="0">
                          <a:solidFill>
                            <a:schemeClr val="tx1">
                              <a:lumMod val="75000"/>
                              <a:lumOff val="25000"/>
                            </a:schemeClr>
                          </a:solidFill>
                          <a:latin typeface="+mj-lt"/>
                          <a:ea typeface="+mn-ea"/>
                          <a:cs typeface="+mn-cs"/>
                        </a:rPr>
                        <a:t>positive gain</a:t>
                      </a:r>
                      <a:r>
                        <a:rPr lang="en-US" sz="1400" kern="1200" dirty="0">
                          <a:solidFill>
                            <a:schemeClr val="tx1">
                              <a:lumMod val="75000"/>
                              <a:lumOff val="25000"/>
                            </a:schemeClr>
                          </a:solidFill>
                          <a:latin typeface="+mj-lt"/>
                          <a:ea typeface="+mn-ea"/>
                          <a:cs typeface="+mn-cs"/>
                        </a:rPr>
                        <a:t> when rates are higher and you terminate early (early termination).</a:t>
                      </a:r>
                    </a:p>
                    <a:p>
                      <a:pPr marL="228600" marR="0" lvl="2" indent="-228600" algn="l" defTabSz="914400" rtl="0" eaLnBrk="1" fontAlgn="auto" latinLnBrk="0" hangingPunct="1">
                        <a:lnSpc>
                          <a:spcPct val="110000"/>
                        </a:lnSpc>
                        <a:spcBef>
                          <a:spcPts val="200"/>
                        </a:spcBef>
                        <a:spcAft>
                          <a:spcPts val="0"/>
                        </a:spcAft>
                        <a:buClr>
                          <a:srgbClr val="7D532F"/>
                        </a:buClr>
                        <a:buSzPct val="65000"/>
                        <a:buFont typeface="Wingdings 3" panose="05040102010807070707" pitchFamily="18" charset="2"/>
                        <a:buChar char=""/>
                        <a:tabLst/>
                        <a:defRPr/>
                      </a:pPr>
                      <a:r>
                        <a:rPr lang="en-US" sz="1400" b="1" kern="1200" dirty="0">
                          <a:solidFill>
                            <a:schemeClr val="tx1">
                              <a:lumMod val="75000"/>
                              <a:lumOff val="25000"/>
                            </a:schemeClr>
                          </a:solidFill>
                          <a:latin typeface="+mj-lt"/>
                          <a:ea typeface="+mn-ea"/>
                          <a:cs typeface="+mn-cs"/>
                        </a:rPr>
                        <a:t>Diversify</a:t>
                      </a:r>
                      <a:r>
                        <a:rPr lang="en-US" sz="1400" kern="1200" dirty="0">
                          <a:solidFill>
                            <a:schemeClr val="tx1">
                              <a:lumMod val="75000"/>
                              <a:lumOff val="25000"/>
                            </a:schemeClr>
                          </a:solidFill>
                          <a:latin typeface="+mj-lt"/>
                          <a:ea typeface="+mn-ea"/>
                          <a:cs typeface="+mn-cs"/>
                        </a:rPr>
                        <a:t> loan portfolio interest rates, mixing fixed and </a:t>
                      </a:r>
                      <a:br>
                        <a:rPr lang="en-US" sz="1400" kern="1200" dirty="0">
                          <a:solidFill>
                            <a:schemeClr val="tx1">
                              <a:lumMod val="75000"/>
                              <a:lumOff val="25000"/>
                            </a:schemeClr>
                          </a:solidFill>
                          <a:latin typeface="+mj-lt"/>
                          <a:ea typeface="+mn-ea"/>
                          <a:cs typeface="+mn-cs"/>
                        </a:rPr>
                      </a:br>
                      <a:r>
                        <a:rPr lang="en-US" sz="1400" kern="1200" dirty="0">
                          <a:solidFill>
                            <a:schemeClr val="tx1">
                              <a:lumMod val="75000"/>
                              <a:lumOff val="25000"/>
                            </a:schemeClr>
                          </a:solidFill>
                          <a:latin typeface="+mj-lt"/>
                          <a:ea typeface="+mn-ea"/>
                          <a:cs typeface="+mn-cs"/>
                        </a:rPr>
                        <a:t>adjustable rates.</a:t>
                      </a:r>
                    </a:p>
                  </a:txBody>
                  <a:tcPr marL="0" marR="0" marT="27432" marB="27432">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7D532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2" indent="-228600" algn="l" defTabSz="914400" rtl="0" eaLnBrk="1" fontAlgn="auto" latinLnBrk="0" hangingPunct="1">
                        <a:lnSpc>
                          <a:spcPct val="110000"/>
                        </a:lnSpc>
                        <a:spcBef>
                          <a:spcPts val="200"/>
                        </a:spcBef>
                        <a:spcAft>
                          <a:spcPts val="0"/>
                        </a:spcAft>
                        <a:buClr>
                          <a:schemeClr val="tx2"/>
                        </a:buClr>
                        <a:buSzPct val="65000"/>
                        <a:buFont typeface="Wingdings 3" panose="05040102010807070707" pitchFamily="18" charset="2"/>
                        <a:buChar char=""/>
                        <a:tabLst/>
                        <a:defRPr/>
                      </a:pPr>
                      <a:endParaRPr lang="en-US" sz="1400" kern="1200" dirty="0">
                        <a:solidFill>
                          <a:schemeClr val="tx1">
                            <a:lumMod val="75000"/>
                            <a:lumOff val="25000"/>
                          </a:schemeClr>
                        </a:solidFill>
                        <a:latin typeface="+mj-lt"/>
                        <a:ea typeface="+mn-ea"/>
                        <a:cs typeface="+mn-cs"/>
                      </a:endParaRPr>
                    </a:p>
                  </a:txBody>
                  <a:tcPr marL="0" marR="0"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2" indent="-228600" algn="l" defTabSz="914400" rtl="0" eaLnBrk="1" fontAlgn="auto" latinLnBrk="0" hangingPunct="1">
                        <a:lnSpc>
                          <a:spcPct val="110000"/>
                        </a:lnSpc>
                        <a:spcBef>
                          <a:spcPts val="200"/>
                        </a:spcBef>
                        <a:spcAft>
                          <a:spcPts val="0"/>
                        </a:spcAft>
                        <a:buClr>
                          <a:srgbClr val="7D532F"/>
                        </a:buClr>
                        <a:buSzPct val="65000"/>
                        <a:buFont typeface="Wingdings 3" panose="05040102010807070707" pitchFamily="18" charset="2"/>
                        <a:buChar char=""/>
                        <a:tabLst/>
                        <a:defRPr/>
                      </a:pPr>
                      <a:r>
                        <a:rPr lang="en-US" sz="1400" b="1" kern="1200" dirty="0">
                          <a:solidFill>
                            <a:schemeClr val="tx1">
                              <a:lumMod val="75000"/>
                              <a:lumOff val="25000"/>
                            </a:schemeClr>
                          </a:solidFill>
                          <a:latin typeface="+mj-lt"/>
                          <a:ea typeface="+mn-ea"/>
                          <a:cs typeface="+mn-cs"/>
                        </a:rPr>
                        <a:t>May forgo</a:t>
                      </a:r>
                      <a:r>
                        <a:rPr lang="en-US" sz="1400" kern="1200" dirty="0">
                          <a:solidFill>
                            <a:schemeClr val="tx1">
                              <a:lumMod val="75000"/>
                              <a:lumOff val="25000"/>
                            </a:schemeClr>
                          </a:solidFill>
                          <a:latin typeface="+mj-lt"/>
                          <a:ea typeface="+mn-ea"/>
                          <a:cs typeface="+mn-cs"/>
                        </a:rPr>
                        <a:t> the benefit of a </a:t>
                      </a:r>
                      <a:r>
                        <a:rPr lang="en-US" sz="1400" b="1" kern="1200" dirty="0">
                          <a:solidFill>
                            <a:schemeClr val="tx1">
                              <a:lumMod val="75000"/>
                              <a:lumOff val="25000"/>
                            </a:schemeClr>
                          </a:solidFill>
                          <a:latin typeface="+mj-lt"/>
                          <a:ea typeface="+mn-ea"/>
                          <a:cs typeface="+mn-cs"/>
                        </a:rPr>
                        <a:t>lower adjustable rate</a:t>
                      </a:r>
                      <a:r>
                        <a:rPr lang="en-US" sz="1400" kern="1200" dirty="0">
                          <a:solidFill>
                            <a:schemeClr val="tx1">
                              <a:lumMod val="75000"/>
                              <a:lumOff val="25000"/>
                            </a:schemeClr>
                          </a:solidFill>
                          <a:latin typeface="+mj-lt"/>
                          <a:ea typeface="+mn-ea"/>
                          <a:cs typeface="+mn-cs"/>
                        </a:rPr>
                        <a:t> whenever it is below the swap fixed rate.</a:t>
                      </a:r>
                    </a:p>
                    <a:p>
                      <a:pPr marL="228600" marR="0" lvl="2" indent="-228600" algn="l" defTabSz="914400" rtl="0" eaLnBrk="1" fontAlgn="auto" latinLnBrk="0" hangingPunct="1">
                        <a:lnSpc>
                          <a:spcPct val="110000"/>
                        </a:lnSpc>
                        <a:spcBef>
                          <a:spcPts val="200"/>
                        </a:spcBef>
                        <a:spcAft>
                          <a:spcPts val="0"/>
                        </a:spcAft>
                        <a:buClr>
                          <a:srgbClr val="7D532F"/>
                        </a:buClr>
                        <a:buSzPct val="65000"/>
                        <a:buFont typeface="Wingdings 3" panose="05040102010807070707" pitchFamily="18" charset="2"/>
                        <a:buChar char=""/>
                        <a:tabLst/>
                        <a:defRPr/>
                      </a:pPr>
                      <a:r>
                        <a:rPr lang="en-US" sz="1400" kern="1200" dirty="0">
                          <a:solidFill>
                            <a:schemeClr val="tx1">
                              <a:lumMod val="75000"/>
                              <a:lumOff val="25000"/>
                            </a:schemeClr>
                          </a:solidFill>
                          <a:latin typeface="+mj-lt"/>
                          <a:ea typeface="+mn-ea"/>
                          <a:cs typeface="+mn-cs"/>
                        </a:rPr>
                        <a:t>If rates stay the same or move lower and you terminate the swap early</a:t>
                      </a:r>
                      <a:r>
                        <a:rPr lang="en-US" sz="1400" kern="1200" baseline="0" dirty="0">
                          <a:solidFill>
                            <a:schemeClr val="tx1">
                              <a:lumMod val="75000"/>
                              <a:lumOff val="25000"/>
                            </a:schemeClr>
                          </a:solidFill>
                          <a:latin typeface="+mj-lt"/>
                          <a:ea typeface="+mn-ea"/>
                          <a:cs typeface="+mn-cs"/>
                        </a:rPr>
                        <a:t> and </a:t>
                      </a:r>
                      <a:r>
                        <a:rPr lang="en-US" sz="1400" kern="1200" dirty="0">
                          <a:solidFill>
                            <a:schemeClr val="tx1">
                              <a:lumMod val="75000"/>
                              <a:lumOff val="25000"/>
                            </a:schemeClr>
                          </a:solidFill>
                          <a:latin typeface="+mj-lt"/>
                          <a:ea typeface="+mn-ea"/>
                          <a:cs typeface="+mn-cs"/>
                        </a:rPr>
                        <a:t>you may have to pay an early termination amount, which may be substantial.</a:t>
                      </a:r>
                    </a:p>
                    <a:p>
                      <a:pPr marL="228600" marR="0" lvl="2" indent="-228600" algn="l" defTabSz="914400" rtl="0" eaLnBrk="1" fontAlgn="auto" latinLnBrk="0" hangingPunct="1">
                        <a:lnSpc>
                          <a:spcPct val="110000"/>
                        </a:lnSpc>
                        <a:spcBef>
                          <a:spcPts val="200"/>
                        </a:spcBef>
                        <a:spcAft>
                          <a:spcPts val="0"/>
                        </a:spcAft>
                        <a:buClr>
                          <a:srgbClr val="7D532F"/>
                        </a:buClr>
                        <a:buSzPct val="65000"/>
                        <a:buFont typeface="Wingdings 3" panose="05040102010807070707" pitchFamily="18" charset="2"/>
                        <a:buChar char=""/>
                        <a:tabLst/>
                        <a:defRPr/>
                      </a:pPr>
                      <a:r>
                        <a:rPr lang="en-US" sz="1400" kern="1200" dirty="0">
                          <a:solidFill>
                            <a:schemeClr val="tx1">
                              <a:lumMod val="75000"/>
                              <a:lumOff val="25000"/>
                            </a:schemeClr>
                          </a:solidFill>
                          <a:latin typeface="+mj-lt"/>
                          <a:ea typeface="+mn-ea"/>
                          <a:cs typeface="+mn-cs"/>
                        </a:rPr>
                        <a:t>The swap may not work effectively</a:t>
                      </a:r>
                      <a:r>
                        <a:rPr lang="en-US" sz="1400" kern="1200" baseline="0" dirty="0">
                          <a:solidFill>
                            <a:schemeClr val="tx1">
                              <a:lumMod val="75000"/>
                              <a:lumOff val="25000"/>
                            </a:schemeClr>
                          </a:solidFill>
                          <a:latin typeface="+mj-lt"/>
                          <a:ea typeface="+mn-ea"/>
                          <a:cs typeface="+mn-cs"/>
                        </a:rPr>
                        <a:t> </a:t>
                      </a:r>
                      <a:r>
                        <a:rPr lang="en-US" sz="1400" kern="1200" dirty="0">
                          <a:solidFill>
                            <a:schemeClr val="tx1">
                              <a:lumMod val="75000"/>
                              <a:lumOff val="25000"/>
                            </a:schemeClr>
                          </a:solidFill>
                          <a:latin typeface="+mj-lt"/>
                          <a:ea typeface="+mn-ea"/>
                          <a:cs typeface="+mn-cs"/>
                        </a:rPr>
                        <a:t>if additional unscheduled principal payments are made on the loan. </a:t>
                      </a:r>
                    </a:p>
                    <a:p>
                      <a:pPr marL="228600" marR="0" lvl="2" indent="-228600" algn="l" defTabSz="914400" rtl="0" eaLnBrk="1" fontAlgn="auto" latinLnBrk="0" hangingPunct="1">
                        <a:lnSpc>
                          <a:spcPct val="110000"/>
                        </a:lnSpc>
                        <a:spcBef>
                          <a:spcPts val="200"/>
                        </a:spcBef>
                        <a:spcAft>
                          <a:spcPts val="0"/>
                        </a:spcAft>
                        <a:buClr>
                          <a:srgbClr val="7D532F"/>
                        </a:buClr>
                        <a:buSzPct val="65000"/>
                        <a:buFont typeface="Wingdings 3" panose="05040102010807070707" pitchFamily="18" charset="2"/>
                        <a:buChar char=""/>
                        <a:tabLst/>
                        <a:defRPr/>
                      </a:pPr>
                      <a:r>
                        <a:rPr lang="en-US" sz="1400" kern="1200" dirty="0">
                          <a:solidFill>
                            <a:schemeClr val="tx1">
                              <a:lumMod val="75000"/>
                              <a:lumOff val="25000"/>
                            </a:schemeClr>
                          </a:solidFill>
                          <a:latin typeface="+mj-lt"/>
                          <a:ea typeface="+mn-ea"/>
                          <a:cs typeface="+mn-cs"/>
                        </a:rPr>
                        <a:t>Any indicative rates are for informational purposes and may change up to the time of swap execution.</a:t>
                      </a:r>
                    </a:p>
                    <a:p>
                      <a:pPr marL="228600" marR="0" lvl="2" indent="-228600" algn="l" defTabSz="914400" rtl="0" eaLnBrk="1" fontAlgn="auto" latinLnBrk="0" hangingPunct="1">
                        <a:lnSpc>
                          <a:spcPct val="110000"/>
                        </a:lnSpc>
                        <a:spcBef>
                          <a:spcPts val="200"/>
                        </a:spcBef>
                        <a:spcAft>
                          <a:spcPts val="0"/>
                        </a:spcAft>
                        <a:buClr>
                          <a:srgbClr val="7D532F"/>
                        </a:buClr>
                        <a:buSzPct val="65000"/>
                        <a:buFont typeface="Wingdings 3" panose="05040102010807070707" pitchFamily="18" charset="2"/>
                        <a:buChar char=""/>
                        <a:tabLst/>
                        <a:defRPr/>
                      </a:pPr>
                      <a:r>
                        <a:rPr lang="en-US" sz="1400" kern="1200" dirty="0">
                          <a:solidFill>
                            <a:schemeClr val="tx1">
                              <a:lumMod val="75000"/>
                              <a:lumOff val="25000"/>
                            </a:schemeClr>
                          </a:solidFill>
                          <a:latin typeface="+mj-lt"/>
                          <a:ea typeface="+mn-ea"/>
                          <a:cs typeface="+mn-cs"/>
                        </a:rPr>
                        <a:t>If for any reason your anticipated financing does not close or your financing is prepaid, this will not relieve you of your swap obligations, and you may be required to pay an early termination amount. </a:t>
                      </a:r>
                    </a:p>
                  </a:txBody>
                  <a:tcPr marL="0" marR="0" marT="27432" marB="27432">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7D532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50188" name="Slide Number Placeholder 5">
            <a:extLst>
              <a:ext uri="{FF2B5EF4-FFF2-40B4-BE49-F238E27FC236}">
                <a16:creationId xmlns:a16="http://schemas.microsoft.com/office/drawing/2014/main" id="{E1802256-0F30-A412-9DF5-C858E1AC37C4}"/>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D86565C-6CB5-4358-8D34-FE97502BC0F0}" type="slidenum">
              <a:rPr lang="en-US" altLang="en-US"/>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9332D4D1-ED04-2831-0F38-E304ACEDF2D9}"/>
              </a:ext>
            </a:extLst>
          </p:cNvPr>
          <p:cNvSpPr>
            <a:spLocks noGrp="1"/>
          </p:cNvSpPr>
          <p:nvPr>
            <p:ph type="title"/>
          </p:nvPr>
        </p:nvSpPr>
        <p:spPr/>
        <p:txBody>
          <a:bodyPr/>
          <a:lstStyle/>
          <a:p>
            <a:pPr eaLnBrk="1" hangingPunct="1"/>
            <a:r>
              <a:rPr lang="en-US" altLang="en-US" dirty="0">
                <a:solidFill>
                  <a:srgbClr val="7D532F"/>
                </a:solidFill>
              </a:rPr>
              <a:t>Structure Assumptions </a:t>
            </a:r>
          </a:p>
        </p:txBody>
      </p:sp>
      <p:sp>
        <p:nvSpPr>
          <p:cNvPr id="52227" name="Slide Number Placeholder 5">
            <a:extLst>
              <a:ext uri="{FF2B5EF4-FFF2-40B4-BE49-F238E27FC236}">
                <a16:creationId xmlns:a16="http://schemas.microsoft.com/office/drawing/2014/main" id="{9808194B-CD1B-7DC4-40CC-F9AD72C4C537}"/>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AD44134-92E8-459A-A5A3-2C2557727269}" type="slidenum">
              <a:rPr lang="en-US" altLang="en-US"/>
              <a:pPr/>
              <a:t>6</a:t>
            </a:fld>
            <a:endParaRPr lang="en-US" altLang="en-US"/>
          </a:p>
        </p:txBody>
      </p:sp>
      <p:graphicFrame>
        <p:nvGraphicFramePr>
          <p:cNvPr id="22" name="Content Placeholder 33">
            <a:extLst>
              <a:ext uri="{FF2B5EF4-FFF2-40B4-BE49-F238E27FC236}">
                <a16:creationId xmlns:a16="http://schemas.microsoft.com/office/drawing/2014/main" id="{4596C653-9C42-533E-A7A3-0A8BE2EBCCA1}"/>
              </a:ext>
            </a:extLst>
          </p:cNvPr>
          <p:cNvGraphicFramePr>
            <a:graphicFrameLocks noGrp="1"/>
          </p:cNvGraphicFramePr>
          <p:nvPr>
            <p:ph idx="1"/>
            <p:extLst>
              <p:ext uri="{D42A27DB-BD31-4B8C-83A1-F6EECF244321}">
                <p14:modId xmlns:p14="http://schemas.microsoft.com/office/powerpoint/2010/main" val="3584373972"/>
              </p:ext>
            </p:extLst>
          </p:nvPr>
        </p:nvGraphicFramePr>
        <p:xfrm>
          <a:off x="704850" y="1619250"/>
          <a:ext cx="8685213" cy="4157659"/>
        </p:xfrm>
        <a:graphic>
          <a:graphicData uri="http://schemas.openxmlformats.org/drawingml/2006/table">
            <a:tbl>
              <a:tblPr>
                <a:tableStyleId>{5C22544A-7EE6-4342-B048-85BDC9FD1C3A}</a:tableStyleId>
              </a:tblPr>
              <a:tblGrid>
                <a:gridCol w="3735270">
                  <a:extLst>
                    <a:ext uri="{9D8B030D-6E8A-4147-A177-3AD203B41FA5}">
                      <a16:colId xmlns:a16="http://schemas.microsoft.com/office/drawing/2014/main" val="20000"/>
                    </a:ext>
                  </a:extLst>
                </a:gridCol>
                <a:gridCol w="4949943">
                  <a:extLst>
                    <a:ext uri="{9D8B030D-6E8A-4147-A177-3AD203B41FA5}">
                      <a16:colId xmlns:a16="http://schemas.microsoft.com/office/drawing/2014/main" val="20001"/>
                    </a:ext>
                  </a:extLst>
                </a:gridCol>
              </a:tblGrid>
              <a:tr h="377969">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1" kern="1200" dirty="0">
                          <a:solidFill>
                            <a:srgbClr val="7D532F"/>
                          </a:solidFill>
                          <a:latin typeface="+mj-lt"/>
                          <a:ea typeface="+mn-ea"/>
                          <a:cs typeface="+mn-cs"/>
                        </a:rPr>
                        <a:t>Loan Amount</a:t>
                      </a:r>
                    </a:p>
                  </a:txBody>
                  <a:tcPr marL="0" marR="0" marT="54854" marB="54854">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0" kern="1200" dirty="0">
                          <a:solidFill>
                            <a:schemeClr val="tx1">
                              <a:lumMod val="75000"/>
                              <a:lumOff val="25000"/>
                            </a:schemeClr>
                          </a:solidFill>
                          <a:latin typeface="+mj-lt"/>
                          <a:ea typeface="+mn-ea"/>
                          <a:cs typeface="+mn-cs"/>
                        </a:rPr>
                        <a:t>{{Loan Amount}}</a:t>
                      </a:r>
                    </a:p>
                  </a:txBody>
                  <a:tcPr marL="0" marR="0" marT="45711" marB="45711">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7969">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1" kern="1200" dirty="0">
                          <a:solidFill>
                            <a:srgbClr val="7D532F"/>
                          </a:solidFill>
                          <a:latin typeface="+mj-lt"/>
                          <a:ea typeface="+mn-ea"/>
                          <a:cs typeface="+mn-cs"/>
                        </a:rPr>
                        <a:t>Effective</a:t>
                      </a:r>
                    </a:p>
                  </a:txBody>
                  <a:tcPr marL="0" marR="0" marT="54854" marB="54854">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0" kern="1200" dirty="0">
                          <a:solidFill>
                            <a:schemeClr val="tx1">
                              <a:lumMod val="75000"/>
                              <a:lumOff val="25000"/>
                            </a:schemeClr>
                          </a:solidFill>
                          <a:latin typeface="+mj-lt"/>
                          <a:ea typeface="+mn-ea"/>
                          <a:cs typeface="+mn-cs"/>
                        </a:rPr>
                        <a:t>{{Effective Date}}</a:t>
                      </a:r>
                    </a:p>
                  </a:txBody>
                  <a:tcPr marL="0" marR="0" marT="45711" marB="45711">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7969">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1" kern="1200" dirty="0">
                          <a:solidFill>
                            <a:srgbClr val="7D532F"/>
                          </a:solidFill>
                          <a:latin typeface="+mj-lt"/>
                          <a:ea typeface="+mn-ea"/>
                          <a:cs typeface="+mn-cs"/>
                        </a:rPr>
                        <a:t>Swap Term</a:t>
                      </a:r>
                    </a:p>
                  </a:txBody>
                  <a:tcPr marL="0" marR="0" marT="54854" marB="54854">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0" kern="1200" baseline="0" dirty="0">
                          <a:solidFill>
                            <a:schemeClr val="tx1">
                              <a:lumMod val="75000"/>
                              <a:lumOff val="25000"/>
                            </a:schemeClr>
                          </a:solidFill>
                          <a:latin typeface="+mj-lt"/>
                          <a:ea typeface="+mn-ea"/>
                          <a:cs typeface="+mn-cs"/>
                        </a:rPr>
                        <a:t>{{Swap Term}}</a:t>
                      </a:r>
                      <a:endParaRPr lang="en-US" sz="1600" b="0" kern="1200" dirty="0">
                        <a:solidFill>
                          <a:schemeClr val="tx1">
                            <a:lumMod val="75000"/>
                            <a:lumOff val="25000"/>
                          </a:schemeClr>
                        </a:solidFill>
                        <a:latin typeface="+mj-lt"/>
                        <a:ea typeface="+mn-ea"/>
                        <a:cs typeface="+mn-cs"/>
                      </a:endParaRPr>
                    </a:p>
                  </a:txBody>
                  <a:tcPr marL="0" marR="0" marT="45711" marB="45711">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7969">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1" kern="1200" dirty="0">
                          <a:solidFill>
                            <a:srgbClr val="7D532F"/>
                          </a:solidFill>
                          <a:latin typeface="+mj-lt"/>
                          <a:ea typeface="+mn-ea"/>
                          <a:cs typeface="+mn-cs"/>
                        </a:rPr>
                        <a:t>Amortization</a:t>
                      </a:r>
                    </a:p>
                  </a:txBody>
                  <a:tcPr marL="0" marR="0" marT="54854" marB="54854">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0" kern="1200" baseline="0" dirty="0">
                          <a:solidFill>
                            <a:schemeClr val="tx1">
                              <a:lumMod val="75000"/>
                              <a:lumOff val="25000"/>
                            </a:schemeClr>
                          </a:solidFill>
                          <a:latin typeface="+mj-lt"/>
                          <a:ea typeface="+mn-ea"/>
                          <a:cs typeface="+mn-cs"/>
                        </a:rPr>
                        <a:t>{{Amortization}}</a:t>
                      </a:r>
                      <a:endParaRPr lang="en-US" sz="1600" b="0" kern="1200" dirty="0">
                        <a:solidFill>
                          <a:schemeClr val="tx1">
                            <a:lumMod val="75000"/>
                            <a:lumOff val="25000"/>
                          </a:schemeClr>
                        </a:solidFill>
                        <a:latin typeface="+mj-lt"/>
                        <a:ea typeface="+mn-ea"/>
                        <a:cs typeface="+mn-cs"/>
                      </a:endParaRPr>
                    </a:p>
                  </a:txBody>
                  <a:tcPr marL="0" marR="0" marT="45711" marB="45711">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7969">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1" kern="1200" dirty="0">
                          <a:solidFill>
                            <a:srgbClr val="7D532F"/>
                          </a:solidFill>
                          <a:latin typeface="+mj-lt"/>
                          <a:ea typeface="+mn-ea"/>
                          <a:cs typeface="+mn-cs"/>
                        </a:rPr>
                        <a:t>Adjustable Rate Index</a:t>
                      </a:r>
                    </a:p>
                  </a:txBody>
                  <a:tcPr marL="0" marR="0" marT="54854" marB="54854">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0" kern="1200" baseline="0" dirty="0">
                          <a:solidFill>
                            <a:schemeClr val="tx1">
                              <a:lumMod val="75000"/>
                              <a:lumOff val="25000"/>
                            </a:schemeClr>
                          </a:solidFill>
                          <a:latin typeface="+mj-lt"/>
                          <a:ea typeface="+mn-ea"/>
                          <a:cs typeface="+mn-cs"/>
                        </a:rPr>
                        <a:t>{{Adjustable Rate Index}}</a:t>
                      </a:r>
                    </a:p>
                  </a:txBody>
                  <a:tcPr marL="0" marR="0" marT="45711" marB="45711">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7969">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1" kern="1200" dirty="0">
                          <a:solidFill>
                            <a:srgbClr val="7D532F"/>
                          </a:solidFill>
                          <a:latin typeface="+mj-lt"/>
                          <a:ea typeface="+mn-ea"/>
                          <a:cs typeface="+mn-cs"/>
                        </a:rPr>
                        <a:t>Adjustable</a:t>
                      </a:r>
                      <a:r>
                        <a:rPr lang="en-US" sz="1600" b="1" kern="1200" baseline="0" dirty="0">
                          <a:solidFill>
                            <a:srgbClr val="7D532F"/>
                          </a:solidFill>
                          <a:latin typeface="+mj-lt"/>
                          <a:ea typeface="+mn-ea"/>
                          <a:cs typeface="+mn-cs"/>
                        </a:rPr>
                        <a:t> Rate Spread</a:t>
                      </a:r>
                      <a:endParaRPr lang="en-US" sz="1600" b="1" kern="1200" dirty="0">
                        <a:solidFill>
                          <a:srgbClr val="7D532F"/>
                        </a:solidFill>
                        <a:latin typeface="+mj-lt"/>
                        <a:ea typeface="+mn-ea"/>
                        <a:cs typeface="+mn-cs"/>
                      </a:endParaRPr>
                    </a:p>
                  </a:txBody>
                  <a:tcPr marL="0" marR="0" marT="54854" marB="54854">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0" kern="1200" dirty="0">
                          <a:solidFill>
                            <a:schemeClr val="tx1">
                              <a:lumMod val="75000"/>
                              <a:lumOff val="25000"/>
                            </a:schemeClr>
                          </a:solidFill>
                          <a:latin typeface="+mj-lt"/>
                          <a:ea typeface="+mn-ea"/>
                          <a:cs typeface="+mn-cs"/>
                        </a:rPr>
                        <a:t>{{Adjustable Rate Spread}}</a:t>
                      </a:r>
                    </a:p>
                  </a:txBody>
                  <a:tcPr marL="0" marR="0" marT="45711" marB="45711">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7969">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1" kern="1200" dirty="0">
                          <a:solidFill>
                            <a:srgbClr val="7D532F"/>
                          </a:solidFill>
                          <a:latin typeface="+mj-lt"/>
                          <a:ea typeface="+mn-ea"/>
                          <a:cs typeface="+mn-cs"/>
                        </a:rPr>
                        <a:t>Fixed/Adjustable Rate Payment Frequency</a:t>
                      </a:r>
                    </a:p>
                  </a:txBody>
                  <a:tcPr marL="0" marR="0" marT="54854" marB="54854">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0" kern="1200" dirty="0">
                          <a:solidFill>
                            <a:schemeClr val="tx1">
                              <a:lumMod val="75000"/>
                              <a:lumOff val="25000"/>
                            </a:schemeClr>
                          </a:solidFill>
                          <a:latin typeface="+mj-lt"/>
                          <a:ea typeface="+mn-ea"/>
                          <a:cs typeface="+mn-cs"/>
                        </a:rPr>
                        <a:t>{{Payment Frequency}}</a:t>
                      </a:r>
                    </a:p>
                  </a:txBody>
                  <a:tcPr marL="0" marR="0" marT="45711" marB="45711">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7969">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1" kern="1200" dirty="0">
                          <a:solidFill>
                            <a:srgbClr val="7D532F"/>
                          </a:solidFill>
                          <a:latin typeface="+mj-lt"/>
                          <a:ea typeface="+mn-ea"/>
                          <a:cs typeface="+mn-cs"/>
                        </a:rPr>
                        <a:t>Interest Accrual Basis</a:t>
                      </a:r>
                    </a:p>
                  </a:txBody>
                  <a:tcPr marL="0" marR="0" marT="54854" marB="54854">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0" kern="1200" dirty="0">
                          <a:solidFill>
                            <a:schemeClr val="tx1">
                              <a:lumMod val="75000"/>
                              <a:lumOff val="25000"/>
                            </a:schemeClr>
                          </a:solidFill>
                          <a:latin typeface="+mj-lt"/>
                          <a:ea typeface="+mn-ea"/>
                          <a:cs typeface="+mn-cs"/>
                        </a:rPr>
                        <a:t>{{Interest Accrual Basis}}</a:t>
                      </a:r>
                    </a:p>
                  </a:txBody>
                  <a:tcPr marL="0" marR="0" marT="45711" marB="45711">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77969">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1" kern="1200" dirty="0">
                          <a:solidFill>
                            <a:srgbClr val="7D532F"/>
                          </a:solidFill>
                          <a:latin typeface="+mj-lt"/>
                          <a:ea typeface="+mn-ea"/>
                          <a:cs typeface="+mn-cs"/>
                        </a:rPr>
                        <a:t>Swap Fixed Rate Payer</a:t>
                      </a:r>
                    </a:p>
                  </a:txBody>
                  <a:tcPr marL="0" marR="0" marT="54854" marB="54854">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s-ES" sz="1600" b="0" kern="1200" dirty="0">
                          <a:solidFill>
                            <a:schemeClr val="tx1">
                              <a:lumMod val="75000"/>
                              <a:lumOff val="25000"/>
                            </a:schemeClr>
                          </a:solidFill>
                          <a:latin typeface="+mj-lt"/>
                          <a:ea typeface="+mn-ea"/>
                          <a:cs typeface="+mn-cs"/>
                        </a:rPr>
                        <a:t>{{</a:t>
                      </a:r>
                      <a:r>
                        <a:rPr lang="es-ES" sz="1600" b="0" kern="1200" dirty="0" err="1">
                          <a:solidFill>
                            <a:schemeClr val="tx1">
                              <a:lumMod val="75000"/>
                              <a:lumOff val="25000"/>
                            </a:schemeClr>
                          </a:solidFill>
                          <a:latin typeface="+mj-lt"/>
                          <a:ea typeface="+mn-ea"/>
                          <a:cs typeface="+mn-cs"/>
                        </a:rPr>
                        <a:t>Fixed</a:t>
                      </a:r>
                      <a:r>
                        <a:rPr lang="es-ES" sz="1600" b="0" kern="1200" dirty="0">
                          <a:solidFill>
                            <a:schemeClr val="tx1">
                              <a:lumMod val="75000"/>
                              <a:lumOff val="25000"/>
                            </a:schemeClr>
                          </a:solidFill>
                          <a:latin typeface="+mj-lt"/>
                          <a:ea typeface="+mn-ea"/>
                          <a:cs typeface="+mn-cs"/>
                        </a:rPr>
                        <a:t> </a:t>
                      </a:r>
                      <a:r>
                        <a:rPr lang="es-ES" sz="1600" b="0" kern="1200" dirty="0" err="1">
                          <a:solidFill>
                            <a:schemeClr val="tx1">
                              <a:lumMod val="75000"/>
                              <a:lumOff val="25000"/>
                            </a:schemeClr>
                          </a:solidFill>
                          <a:latin typeface="+mj-lt"/>
                          <a:ea typeface="+mn-ea"/>
                          <a:cs typeface="+mn-cs"/>
                        </a:rPr>
                        <a:t>Rate</a:t>
                      </a:r>
                      <a:r>
                        <a:rPr lang="es-ES" sz="1600" b="0" kern="1200" dirty="0">
                          <a:solidFill>
                            <a:schemeClr val="tx1">
                              <a:lumMod val="75000"/>
                              <a:lumOff val="25000"/>
                            </a:schemeClr>
                          </a:solidFill>
                          <a:latin typeface="+mj-lt"/>
                          <a:ea typeface="+mn-ea"/>
                          <a:cs typeface="+mn-cs"/>
                        </a:rPr>
                        <a:t> </a:t>
                      </a:r>
                      <a:r>
                        <a:rPr lang="es-ES" sz="1600" b="0" kern="1200" dirty="0" err="1">
                          <a:solidFill>
                            <a:schemeClr val="tx1">
                              <a:lumMod val="75000"/>
                              <a:lumOff val="25000"/>
                            </a:schemeClr>
                          </a:solidFill>
                          <a:latin typeface="+mj-lt"/>
                          <a:ea typeface="+mn-ea"/>
                          <a:cs typeface="+mn-cs"/>
                        </a:rPr>
                        <a:t>Payer</a:t>
                      </a:r>
                      <a:r>
                        <a:rPr lang="es-ES" sz="1600" b="0" kern="1200" dirty="0">
                          <a:solidFill>
                            <a:schemeClr val="tx1">
                              <a:lumMod val="75000"/>
                              <a:lumOff val="25000"/>
                            </a:schemeClr>
                          </a:solidFill>
                          <a:latin typeface="+mj-lt"/>
                          <a:ea typeface="+mn-ea"/>
                          <a:cs typeface="+mn-cs"/>
                        </a:rPr>
                        <a:t>}}</a:t>
                      </a:r>
                    </a:p>
                  </a:txBody>
                  <a:tcPr marL="0" marR="0" marT="45711" marB="45711">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377969">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1" kern="1200" dirty="0">
                          <a:solidFill>
                            <a:srgbClr val="7D532F"/>
                          </a:solidFill>
                          <a:latin typeface="+mj-lt"/>
                          <a:ea typeface="+mn-ea"/>
                          <a:cs typeface="+mn-cs"/>
                        </a:rPr>
                        <a:t>Swap Adjustable Rate Payer</a:t>
                      </a:r>
                    </a:p>
                  </a:txBody>
                  <a:tcPr marL="0" marR="0" marT="54854" marB="54854">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0" kern="1200" dirty="0">
                          <a:solidFill>
                            <a:schemeClr val="tx1">
                              <a:lumMod val="75000"/>
                              <a:lumOff val="25000"/>
                            </a:schemeClr>
                          </a:solidFill>
                          <a:latin typeface="+mj-lt"/>
                          <a:ea typeface="+mn-ea"/>
                          <a:cs typeface="+mn-cs"/>
                        </a:rPr>
                        <a:t>{{Float Rate Payer}}</a:t>
                      </a:r>
                    </a:p>
                  </a:txBody>
                  <a:tcPr marL="0" marR="0" marT="45711" marB="45711">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377969">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1" kern="1200" dirty="0">
                          <a:solidFill>
                            <a:srgbClr val="7D532F"/>
                          </a:solidFill>
                          <a:latin typeface="+mj-lt"/>
                          <a:ea typeface="+mn-ea"/>
                          <a:cs typeface="+mn-cs"/>
                        </a:rPr>
                        <a:t>All-in</a:t>
                      </a:r>
                      <a:r>
                        <a:rPr lang="en-US" sz="1600" b="1" kern="1200" baseline="0" dirty="0">
                          <a:solidFill>
                            <a:srgbClr val="7D532F"/>
                          </a:solidFill>
                          <a:latin typeface="+mj-lt"/>
                          <a:ea typeface="+mn-ea"/>
                          <a:cs typeface="+mn-cs"/>
                        </a:rPr>
                        <a:t> </a:t>
                      </a:r>
                      <a:r>
                        <a:rPr lang="en-US" sz="1600" b="1" kern="1200" dirty="0">
                          <a:solidFill>
                            <a:srgbClr val="7D532F"/>
                          </a:solidFill>
                          <a:latin typeface="+mj-lt"/>
                          <a:ea typeface="+mn-ea"/>
                          <a:cs typeface="+mn-cs"/>
                        </a:rPr>
                        <a:t>Swap Rate</a:t>
                      </a:r>
                    </a:p>
                  </a:txBody>
                  <a:tcPr marL="0" marR="0" marT="54854" marB="54854">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10000"/>
                        </a:lnSpc>
                        <a:spcBef>
                          <a:spcPts val="500"/>
                        </a:spcBef>
                        <a:buFont typeface="Arial" panose="020B0604020202020204" pitchFamily="34" charset="0"/>
                        <a:buNone/>
                      </a:pPr>
                      <a:r>
                        <a:rPr lang="en-US" sz="1600" b="0" kern="1200" dirty="0">
                          <a:solidFill>
                            <a:schemeClr val="tx1">
                              <a:lumMod val="75000"/>
                              <a:lumOff val="25000"/>
                            </a:schemeClr>
                          </a:solidFill>
                          <a:latin typeface="+mj-lt"/>
                          <a:ea typeface="+mn-ea"/>
                          <a:cs typeface="+mn-cs"/>
                        </a:rPr>
                        <a:t>{{Swap Rate}}</a:t>
                      </a:r>
                    </a:p>
                  </a:txBody>
                  <a:tcPr marL="0" marR="0" marT="45711" marB="45711">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D3E273AE-A199-1D82-C4FB-801918878082}"/>
              </a:ext>
            </a:extLst>
          </p:cNvPr>
          <p:cNvSpPr>
            <a:spLocks noGrp="1"/>
          </p:cNvSpPr>
          <p:nvPr>
            <p:ph type="title"/>
          </p:nvPr>
        </p:nvSpPr>
        <p:spPr/>
        <p:txBody>
          <a:bodyPr/>
          <a:lstStyle/>
          <a:p>
            <a:pPr eaLnBrk="1" hangingPunct="1"/>
            <a:r>
              <a:rPr lang="en-US" altLang="en-US" dirty="0">
                <a:solidFill>
                  <a:srgbClr val="7D532F"/>
                </a:solidFill>
              </a:rPr>
              <a:t>Flow of Funds</a:t>
            </a:r>
            <a:r>
              <a:rPr lang="en-CA" altLang="en-US" dirty="0">
                <a:solidFill>
                  <a:srgbClr val="7D532F"/>
                </a:solidFill>
              </a:rPr>
              <a:t> – </a:t>
            </a:r>
            <a:r>
              <a:rPr lang="en-US" altLang="en-US" dirty="0">
                <a:solidFill>
                  <a:srgbClr val="7D532F"/>
                </a:solidFill>
              </a:rPr>
              <a:t>Interest Components Diagram</a:t>
            </a:r>
          </a:p>
        </p:txBody>
      </p:sp>
      <p:sp>
        <p:nvSpPr>
          <p:cNvPr id="54275" name="Slide Number Placeholder 12">
            <a:extLst>
              <a:ext uri="{FF2B5EF4-FFF2-40B4-BE49-F238E27FC236}">
                <a16:creationId xmlns:a16="http://schemas.microsoft.com/office/drawing/2014/main" id="{E9E00158-D544-9551-367A-71AC30001E3D}"/>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E8F2981-893B-43F4-869D-EB1EF57D4F6A}" type="slidenum">
              <a:rPr lang="en-US" altLang="en-US"/>
              <a:pPr/>
              <a:t>7</a:t>
            </a:fld>
            <a:endParaRPr lang="en-US" altLang="en-US"/>
          </a:p>
        </p:txBody>
      </p:sp>
      <p:sp>
        <p:nvSpPr>
          <p:cNvPr id="14339" name="Rectangle 3">
            <a:extLst>
              <a:ext uri="{FF2B5EF4-FFF2-40B4-BE49-F238E27FC236}">
                <a16:creationId xmlns:a16="http://schemas.microsoft.com/office/drawing/2014/main" id="{2EFB4AF2-3A95-24B9-538E-40F8334CA816}"/>
              </a:ext>
            </a:extLst>
          </p:cNvPr>
          <p:cNvSpPr>
            <a:spLocks noChangeArrowheads="1"/>
          </p:cNvSpPr>
          <p:nvPr/>
        </p:nvSpPr>
        <p:spPr bwMode="auto">
          <a:xfrm>
            <a:off x="3768725" y="1695450"/>
            <a:ext cx="2520950" cy="337767"/>
          </a:xfrm>
          <a:prstGeom prst="rect">
            <a:avLst/>
          </a:prstGeom>
          <a:noFill/>
          <a:ln>
            <a:noFill/>
          </a:ln>
          <a:effectLst/>
        </p:spPr>
        <p:txBody>
          <a:bodyPr lIns="14850" tIns="14850" rIns="14850" bIns="14850">
            <a:spAutoFit/>
          </a:bodyPr>
          <a:lstStyle>
            <a:lvl1pPr>
              <a:spcAft>
                <a:spcPts val="600"/>
              </a:spcAft>
              <a:buClr>
                <a:schemeClr val="bg1"/>
              </a:buClr>
              <a:buFont typeface="Arial" panose="020B0604020202020204" pitchFamily="34" charset="0"/>
              <a:buChar char="•"/>
              <a:defRPr sz="1600">
                <a:solidFill>
                  <a:srgbClr val="003366"/>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Aft>
                <a:spcPts val="600"/>
              </a:spcAft>
              <a:buClr>
                <a:srgbClr val="003366"/>
              </a:buClr>
              <a:buFont typeface="Arial" panose="020B0604020202020204" pitchFamily="34" charset="0"/>
              <a:buChar char="–"/>
              <a:defRPr sz="1400">
                <a:solidFill>
                  <a:srgbClr val="777777"/>
                </a:solidFill>
                <a:latin typeface="Arial" panose="020B0604020202020204" pitchFamily="34" charset="0"/>
                <a:ea typeface="MS PGothic" panose="020B0600070205080204" pitchFamily="34" charset="-128"/>
                <a:cs typeface="Arial" panose="020B0604020202020204" pitchFamily="34" charset="0"/>
              </a:defRPr>
            </a:lvl2pPr>
            <a:lvl3pPr marL="1143000" indent="-228600">
              <a:spcAft>
                <a:spcPts val="600"/>
              </a:spcAft>
              <a:buClr>
                <a:srgbClr val="003366"/>
              </a:buClr>
              <a:buSzPct val="105000"/>
              <a:buFont typeface="Arial" panose="020B0604020202020204" pitchFamily="34" charset="0"/>
              <a:buChar char="•"/>
              <a:defRPr sz="1200">
                <a:solidFill>
                  <a:srgbClr val="777777"/>
                </a:solidFill>
                <a:latin typeface="Arial" panose="020B0604020202020204" pitchFamily="34" charset="0"/>
                <a:ea typeface="MS PGothic" panose="020B0600070205080204" pitchFamily="34" charset="-128"/>
                <a:cs typeface="Arial" panose="020B0604020202020204" pitchFamily="34" charset="0"/>
              </a:defRPr>
            </a:lvl3pPr>
            <a:lvl4pPr marL="1600200" indent="-228600">
              <a:spcBef>
                <a:spcPct val="20000"/>
              </a:spcBef>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9pPr>
          </a:lstStyle>
          <a:p>
            <a:pPr algn="ctr" defTabSz="991280" eaLnBrk="1" fontAlgn="auto" hangingPunct="1">
              <a:spcBef>
                <a:spcPts val="0"/>
              </a:spcBef>
              <a:spcAft>
                <a:spcPts val="0"/>
              </a:spcAft>
              <a:buSzPct val="70000"/>
              <a:defRPr/>
            </a:pPr>
            <a:r>
              <a:rPr lang="en-US" altLang="en-US" sz="1000" dirty="0">
                <a:solidFill>
                  <a:srgbClr val="000000"/>
                </a:solidFill>
                <a:latin typeface="+mj-lt"/>
              </a:rPr>
              <a:t>{{Index Rate}} + {{Adjustable Rate Spread}} = {{Loan Adj Rate}}</a:t>
            </a:r>
            <a:endParaRPr lang="en-US" altLang="en-US" sz="1000" dirty="0">
              <a:solidFill>
                <a:schemeClr val="tx1"/>
              </a:solidFill>
              <a:latin typeface="+mj-lt"/>
            </a:endParaRPr>
          </a:p>
        </p:txBody>
      </p:sp>
      <p:sp>
        <p:nvSpPr>
          <p:cNvPr id="14341" name="Rectangle 5">
            <a:extLst>
              <a:ext uri="{FF2B5EF4-FFF2-40B4-BE49-F238E27FC236}">
                <a16:creationId xmlns:a16="http://schemas.microsoft.com/office/drawing/2014/main" id="{7A10CB72-A950-DC20-7C0A-40380FEB3EE6}"/>
              </a:ext>
            </a:extLst>
          </p:cNvPr>
          <p:cNvSpPr>
            <a:spLocks noChangeArrowheads="1"/>
          </p:cNvSpPr>
          <p:nvPr/>
        </p:nvSpPr>
        <p:spPr bwMode="auto">
          <a:xfrm>
            <a:off x="3768725" y="2632075"/>
            <a:ext cx="2520950" cy="184150"/>
          </a:xfrm>
          <a:prstGeom prst="rect">
            <a:avLst/>
          </a:prstGeom>
          <a:noFill/>
          <a:ln>
            <a:noFill/>
          </a:ln>
          <a:effectLst/>
        </p:spPr>
        <p:txBody>
          <a:bodyPr lIns="14850" tIns="14850" rIns="14850" bIns="14850">
            <a:spAutoFit/>
          </a:bodyPr>
          <a:lstStyle>
            <a:lvl1pPr>
              <a:spcAft>
                <a:spcPts val="600"/>
              </a:spcAft>
              <a:buClr>
                <a:schemeClr val="bg1"/>
              </a:buClr>
              <a:buFont typeface="Arial" panose="020B0604020202020204" pitchFamily="34" charset="0"/>
              <a:buChar char="•"/>
              <a:defRPr sz="1600">
                <a:solidFill>
                  <a:srgbClr val="003366"/>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Aft>
                <a:spcPts val="600"/>
              </a:spcAft>
              <a:buClr>
                <a:srgbClr val="003366"/>
              </a:buClr>
              <a:buFont typeface="Arial" panose="020B0604020202020204" pitchFamily="34" charset="0"/>
              <a:buChar char="–"/>
              <a:defRPr sz="1400">
                <a:solidFill>
                  <a:srgbClr val="777777"/>
                </a:solidFill>
                <a:latin typeface="Arial" panose="020B0604020202020204" pitchFamily="34" charset="0"/>
                <a:ea typeface="MS PGothic" panose="020B0600070205080204" pitchFamily="34" charset="-128"/>
                <a:cs typeface="Arial" panose="020B0604020202020204" pitchFamily="34" charset="0"/>
              </a:defRPr>
            </a:lvl2pPr>
            <a:lvl3pPr marL="1143000" indent="-228600">
              <a:spcAft>
                <a:spcPts val="600"/>
              </a:spcAft>
              <a:buClr>
                <a:srgbClr val="003366"/>
              </a:buClr>
              <a:buSzPct val="105000"/>
              <a:buFont typeface="Arial" panose="020B0604020202020204" pitchFamily="34" charset="0"/>
              <a:buChar char="•"/>
              <a:defRPr sz="1200">
                <a:solidFill>
                  <a:srgbClr val="777777"/>
                </a:solidFill>
                <a:latin typeface="Arial" panose="020B0604020202020204" pitchFamily="34" charset="0"/>
                <a:ea typeface="MS PGothic" panose="020B0600070205080204" pitchFamily="34" charset="-128"/>
                <a:cs typeface="Arial" panose="020B0604020202020204" pitchFamily="34" charset="0"/>
              </a:defRPr>
            </a:lvl3pPr>
            <a:lvl4pPr marL="1600200" indent="-228600">
              <a:spcBef>
                <a:spcPct val="20000"/>
              </a:spcBef>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9pPr>
          </a:lstStyle>
          <a:p>
            <a:pPr algn="ctr" defTabSz="991280" eaLnBrk="1" fontAlgn="auto" hangingPunct="1">
              <a:spcBef>
                <a:spcPct val="50000"/>
              </a:spcBef>
              <a:spcAft>
                <a:spcPct val="15000"/>
              </a:spcAft>
              <a:buSzPct val="70000"/>
              <a:defRPr/>
            </a:pPr>
            <a:r>
              <a:rPr lang="en-US" altLang="en-US" sz="1000">
                <a:solidFill>
                  <a:srgbClr val="000000"/>
                </a:solidFill>
                <a:latin typeface="+mj-lt"/>
              </a:rPr>
              <a:t>{{</a:t>
            </a:r>
            <a:r>
              <a:rPr lang="en-US" altLang="en-US" sz="1000" dirty="0">
                <a:solidFill>
                  <a:srgbClr val="000000"/>
                </a:solidFill>
                <a:latin typeface="+mj-lt"/>
              </a:rPr>
              <a:t>Swap Rate}}(Fixed Swap Rate)</a:t>
            </a:r>
          </a:p>
        </p:txBody>
      </p:sp>
      <p:sp>
        <p:nvSpPr>
          <p:cNvPr id="14343" name="Rectangle 7">
            <a:extLst>
              <a:ext uri="{FF2B5EF4-FFF2-40B4-BE49-F238E27FC236}">
                <a16:creationId xmlns:a16="http://schemas.microsoft.com/office/drawing/2014/main" id="{DE2B6FEF-DDBD-5726-6E4A-DC12410A6E19}"/>
              </a:ext>
            </a:extLst>
          </p:cNvPr>
          <p:cNvSpPr>
            <a:spLocks noChangeArrowheads="1"/>
          </p:cNvSpPr>
          <p:nvPr/>
        </p:nvSpPr>
        <p:spPr bwMode="auto">
          <a:xfrm>
            <a:off x="4229101" y="3573781"/>
            <a:ext cx="5148263" cy="396134"/>
          </a:xfrm>
          <a:prstGeom prst="rect">
            <a:avLst/>
          </a:prstGeom>
          <a:noFill/>
          <a:ln>
            <a:noFill/>
          </a:ln>
        </p:spPr>
        <p:txBody>
          <a:bodyPr lIns="0" tIns="0" rIns="0" bIns="0">
            <a:spAutoFit/>
          </a:bodyPr>
          <a:lstStyle>
            <a:lvl1pPr>
              <a:spcAft>
                <a:spcPts val="600"/>
              </a:spcAft>
              <a:buClr>
                <a:schemeClr val="bg1"/>
              </a:buClr>
              <a:buFont typeface="Arial" panose="020B0604020202020204" pitchFamily="34" charset="0"/>
              <a:buChar char="•"/>
              <a:defRPr sz="1600">
                <a:solidFill>
                  <a:srgbClr val="003366"/>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Aft>
                <a:spcPts val="600"/>
              </a:spcAft>
              <a:buClr>
                <a:srgbClr val="003366"/>
              </a:buClr>
              <a:buFont typeface="Arial" panose="020B0604020202020204" pitchFamily="34" charset="0"/>
              <a:buChar char="–"/>
              <a:defRPr sz="1400">
                <a:solidFill>
                  <a:srgbClr val="777777"/>
                </a:solidFill>
                <a:latin typeface="Arial" panose="020B0604020202020204" pitchFamily="34" charset="0"/>
                <a:ea typeface="MS PGothic" panose="020B0600070205080204" pitchFamily="34" charset="-128"/>
                <a:cs typeface="Arial" panose="020B0604020202020204" pitchFamily="34" charset="0"/>
              </a:defRPr>
            </a:lvl2pPr>
            <a:lvl3pPr marL="1143000" indent="-228600">
              <a:spcAft>
                <a:spcPts val="600"/>
              </a:spcAft>
              <a:buClr>
                <a:srgbClr val="003366"/>
              </a:buClr>
              <a:buSzPct val="105000"/>
              <a:buFont typeface="Arial" panose="020B0604020202020204" pitchFamily="34" charset="0"/>
              <a:buChar char="•"/>
              <a:defRPr sz="1200">
                <a:solidFill>
                  <a:srgbClr val="777777"/>
                </a:solidFill>
                <a:latin typeface="Arial" panose="020B0604020202020204" pitchFamily="34" charset="0"/>
                <a:ea typeface="MS PGothic" panose="020B0600070205080204" pitchFamily="34" charset="-128"/>
                <a:cs typeface="Arial" panose="020B0604020202020204" pitchFamily="34" charset="0"/>
              </a:defRPr>
            </a:lvl3pPr>
            <a:lvl4pPr marL="1600200" indent="-228600">
              <a:spcBef>
                <a:spcPct val="20000"/>
              </a:spcBef>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9pPr>
          </a:lstStyle>
          <a:p>
            <a:pPr defTabSz="914400" eaLnBrk="1" fontAlgn="auto" hangingPunct="1">
              <a:lnSpc>
                <a:spcPct val="110000"/>
              </a:lnSpc>
              <a:spcBef>
                <a:spcPts val="0"/>
              </a:spcBef>
              <a:spcAft>
                <a:spcPct val="0"/>
              </a:spcAft>
              <a:buClrTx/>
              <a:buFontTx/>
              <a:buNone/>
              <a:defRPr/>
            </a:pPr>
            <a:r>
              <a:rPr lang="es-ES" altLang="en-US" sz="1200" dirty="0">
                <a:solidFill>
                  <a:schemeClr val="tx1">
                    <a:lumMod val="75000"/>
                    <a:lumOff val="25000"/>
                  </a:schemeClr>
                </a:solidFill>
                <a:latin typeface="+mj-lt"/>
                <a:ea typeface="+mn-ea"/>
                <a:cs typeface="+mn-cs"/>
              </a:rPr>
              <a:t>{{Client Legal </a:t>
            </a:r>
            <a:r>
              <a:rPr lang="es-ES" altLang="en-US" sz="1200" dirty="0" err="1">
                <a:solidFill>
                  <a:schemeClr val="tx1">
                    <a:lumMod val="75000"/>
                    <a:lumOff val="25000"/>
                  </a:schemeClr>
                </a:solidFill>
                <a:latin typeface="+mj-lt"/>
                <a:ea typeface="+mn-ea"/>
                <a:cs typeface="+mn-cs"/>
              </a:rPr>
              <a:t>Name</a:t>
            </a:r>
            <a:r>
              <a:rPr lang="es-ES" altLang="en-US" sz="1200" dirty="0">
                <a:solidFill>
                  <a:schemeClr val="tx1">
                    <a:lumMod val="75000"/>
                    <a:lumOff val="25000"/>
                  </a:schemeClr>
                </a:solidFill>
                <a:latin typeface="+mj-lt"/>
                <a:ea typeface="+mn-ea"/>
                <a:cs typeface="+mn-cs"/>
              </a:rPr>
              <a:t>}} </a:t>
            </a:r>
            <a:r>
              <a:rPr lang="en-US" altLang="en-US" sz="1200" dirty="0">
                <a:solidFill>
                  <a:schemeClr val="tx1">
                    <a:lumMod val="75000"/>
                    <a:lumOff val="25000"/>
                  </a:schemeClr>
                </a:solidFill>
                <a:latin typeface="+mj-lt"/>
                <a:ea typeface="+mn-ea"/>
                <a:cs typeface="+mn-cs"/>
              </a:rPr>
              <a:t>synthetically converts the </a:t>
            </a:r>
            <a:r>
              <a:rPr lang="en-US" altLang="en-US" sz="1200" dirty="0">
                <a:solidFill>
                  <a:schemeClr val="tx1"/>
                </a:solidFill>
                <a:latin typeface="+mj-lt"/>
                <a:ea typeface="+mn-ea"/>
                <a:cs typeface="+mn-cs"/>
              </a:rPr>
              <a:t>term </a:t>
            </a:r>
            <a:r>
              <a:rPr lang="en-US" altLang="en-US" sz="1200" dirty="0">
                <a:solidFill>
                  <a:schemeClr val="tx1">
                    <a:lumMod val="75000"/>
                    <a:lumOff val="25000"/>
                  </a:schemeClr>
                </a:solidFill>
                <a:latin typeface="+mj-lt"/>
                <a:ea typeface="+mn-ea"/>
                <a:cs typeface="+mn-cs"/>
              </a:rPr>
              <a:t>rate on a {{Adjustable Rate Index}} loan into a fixed rate by engaging in an Interest Rate Swap</a:t>
            </a:r>
          </a:p>
        </p:txBody>
      </p:sp>
      <p:sp>
        <p:nvSpPr>
          <p:cNvPr id="47" name="Rectangle 46">
            <a:extLst>
              <a:ext uri="{FF2B5EF4-FFF2-40B4-BE49-F238E27FC236}">
                <a16:creationId xmlns:a16="http://schemas.microsoft.com/office/drawing/2014/main" id="{55F0F072-37F6-335C-14A3-562FBB8E4594}"/>
              </a:ext>
            </a:extLst>
          </p:cNvPr>
          <p:cNvSpPr/>
          <p:nvPr/>
        </p:nvSpPr>
        <p:spPr>
          <a:xfrm>
            <a:off x="576263" y="2030413"/>
            <a:ext cx="2322512" cy="700087"/>
          </a:xfrm>
          <a:prstGeom prst="rect">
            <a:avLst/>
          </a:prstGeom>
          <a:solidFill>
            <a:schemeClr val="bg2">
              <a:lumMod val="50000"/>
            </a:schemeClr>
          </a:solidFill>
          <a:ln>
            <a:noFill/>
          </a:ln>
          <a:effectLst/>
        </p:spPr>
        <p:txBody>
          <a:bodyPr wrap="none" lIns="14850" tIns="14850" rIns="14850" bIns="14850" anchor="ctr"/>
          <a:lstStyle/>
          <a:p>
            <a:pPr algn="ctr" defTabSz="991280" eaLnBrk="1" fontAlgn="auto" hangingPunct="1">
              <a:spcBef>
                <a:spcPts val="0"/>
              </a:spcBef>
              <a:spcAft>
                <a:spcPct val="15000"/>
              </a:spcAft>
              <a:buSzPct val="70000"/>
              <a:defRPr/>
            </a:pPr>
            <a:r>
              <a:rPr lang="es-ES" sz="1050" b="1" cap="all" dirty="0">
                <a:solidFill>
                  <a:srgbClr val="FFFFFF"/>
                </a:solidFill>
                <a:latin typeface="+mn-lt"/>
                <a:ea typeface="MS PGothic" pitchFamily="34" charset="-128"/>
              </a:rPr>
              <a:t>{{Client Legal </a:t>
            </a:r>
            <a:r>
              <a:rPr lang="es-ES" sz="1050" b="1" cap="all" dirty="0" err="1">
                <a:solidFill>
                  <a:srgbClr val="FFFFFF"/>
                </a:solidFill>
                <a:latin typeface="+mn-lt"/>
                <a:ea typeface="MS PGothic" pitchFamily="34" charset="-128"/>
              </a:rPr>
              <a:t>Name</a:t>
            </a:r>
            <a:r>
              <a:rPr lang="es-ES" sz="1050" b="1" cap="all" dirty="0">
                <a:solidFill>
                  <a:srgbClr val="FFFFFF"/>
                </a:solidFill>
                <a:latin typeface="+mn-lt"/>
                <a:ea typeface="MS PGothic" pitchFamily="34" charset="-128"/>
              </a:rPr>
              <a:t>}} </a:t>
            </a:r>
          </a:p>
        </p:txBody>
      </p:sp>
      <p:sp>
        <p:nvSpPr>
          <p:cNvPr id="48" name="Rectangle 47">
            <a:extLst>
              <a:ext uri="{FF2B5EF4-FFF2-40B4-BE49-F238E27FC236}">
                <a16:creationId xmlns:a16="http://schemas.microsoft.com/office/drawing/2014/main" id="{99694857-B28F-36AE-CAB0-16358FAF1D6E}"/>
              </a:ext>
            </a:extLst>
          </p:cNvPr>
          <p:cNvSpPr/>
          <p:nvPr/>
        </p:nvSpPr>
        <p:spPr>
          <a:xfrm>
            <a:off x="576263" y="4659313"/>
            <a:ext cx="2322512" cy="685800"/>
          </a:xfrm>
          <a:prstGeom prst="rect">
            <a:avLst/>
          </a:prstGeom>
          <a:solidFill>
            <a:schemeClr val="accent5"/>
          </a:solidFill>
          <a:ln>
            <a:noFill/>
          </a:ln>
          <a:effectLst/>
        </p:spPr>
        <p:txBody>
          <a:bodyPr wrap="none" lIns="14850" tIns="14850" rIns="14850" bIns="14850" anchor="ctr"/>
          <a:lstStyle/>
          <a:p>
            <a:pPr algn="ctr" defTabSz="991280" eaLnBrk="1" fontAlgn="auto" hangingPunct="1">
              <a:spcBef>
                <a:spcPts val="0"/>
              </a:spcBef>
              <a:spcAft>
                <a:spcPct val="15000"/>
              </a:spcAft>
              <a:buSzPct val="70000"/>
              <a:defRPr/>
            </a:pPr>
            <a:r>
              <a:rPr lang="en-US" sz="1200" b="1" cap="all" dirty="0">
                <a:solidFill>
                  <a:schemeClr val="bg1"/>
                </a:solidFill>
                <a:latin typeface="+mn-lt"/>
                <a:ea typeface="MS PGothic" pitchFamily="34" charset="-128"/>
              </a:rPr>
              <a:t>Adjustable-Rate Loan</a:t>
            </a:r>
          </a:p>
        </p:txBody>
      </p:sp>
      <p:sp>
        <p:nvSpPr>
          <p:cNvPr id="49" name="Rectangle 48">
            <a:extLst>
              <a:ext uri="{FF2B5EF4-FFF2-40B4-BE49-F238E27FC236}">
                <a16:creationId xmlns:a16="http://schemas.microsoft.com/office/drawing/2014/main" id="{28CFF2BC-9CE1-D1A1-1F89-9D193539D9B5}"/>
              </a:ext>
            </a:extLst>
          </p:cNvPr>
          <p:cNvSpPr/>
          <p:nvPr/>
        </p:nvSpPr>
        <p:spPr>
          <a:xfrm>
            <a:off x="7054850" y="2074863"/>
            <a:ext cx="2322513" cy="685800"/>
          </a:xfrm>
          <a:prstGeom prst="rect">
            <a:avLst/>
          </a:prstGeom>
          <a:solidFill>
            <a:schemeClr val="accent4">
              <a:lumMod val="75000"/>
            </a:schemeClr>
          </a:solidFill>
          <a:ln>
            <a:noFill/>
          </a:ln>
          <a:effectLst/>
        </p:spPr>
        <p:txBody>
          <a:bodyPr wrap="none" lIns="14850" tIns="14850" rIns="14850" bIns="14850" anchor="ctr"/>
          <a:lstStyle/>
          <a:p>
            <a:pPr algn="ctr" defTabSz="991280" eaLnBrk="1" fontAlgn="auto" hangingPunct="1">
              <a:spcBef>
                <a:spcPts val="0"/>
              </a:spcBef>
              <a:spcAft>
                <a:spcPct val="15000"/>
              </a:spcAft>
              <a:buSzPct val="70000"/>
              <a:defRPr/>
            </a:pPr>
            <a:r>
              <a:rPr lang="en-US" sz="1200" b="1" cap="all" dirty="0">
                <a:solidFill>
                  <a:srgbClr val="FFFFFF"/>
                </a:solidFill>
                <a:latin typeface="+mn-lt"/>
                <a:ea typeface="MS PGothic" pitchFamily="34" charset="-128"/>
              </a:rPr>
              <a:t>Swap</a:t>
            </a:r>
          </a:p>
        </p:txBody>
      </p:sp>
      <p:cxnSp>
        <p:nvCxnSpPr>
          <p:cNvPr id="8" name="Straight Arrow Connector 7">
            <a:extLst>
              <a:ext uri="{FF2B5EF4-FFF2-40B4-BE49-F238E27FC236}">
                <a16:creationId xmlns:a16="http://schemas.microsoft.com/office/drawing/2014/main" id="{1E5229DF-2FCF-C631-B172-BE753BB94BD2}"/>
              </a:ext>
            </a:extLst>
          </p:cNvPr>
          <p:cNvCxnSpPr>
            <a:cxnSpLocks/>
          </p:cNvCxnSpPr>
          <p:nvPr/>
        </p:nvCxnSpPr>
        <p:spPr>
          <a:xfrm>
            <a:off x="1851025" y="2900363"/>
            <a:ext cx="0" cy="1646237"/>
          </a:xfrm>
          <a:prstGeom prst="straightConnector1">
            <a:avLst/>
          </a:prstGeom>
          <a:ln w="15875">
            <a:solidFill>
              <a:schemeClr val="accent3"/>
            </a:solidFill>
            <a:headEnd type="none"/>
            <a:tailEnd type="triangle"/>
          </a:ln>
        </p:spPr>
        <p:style>
          <a:lnRef idx="1">
            <a:schemeClr val="accent1"/>
          </a:lnRef>
          <a:fillRef idx="0">
            <a:schemeClr val="accent1"/>
          </a:fillRef>
          <a:effectRef idx="0">
            <a:schemeClr val="accent1"/>
          </a:effectRef>
          <a:fontRef idx="minor">
            <a:schemeClr val="tx1"/>
          </a:fontRef>
        </p:style>
      </p:cxnSp>
      <p:graphicFrame>
        <p:nvGraphicFramePr>
          <p:cNvPr id="66" name="Content Placeholder 8">
            <a:extLst>
              <a:ext uri="{FF2B5EF4-FFF2-40B4-BE49-F238E27FC236}">
                <a16:creationId xmlns:a16="http://schemas.microsoft.com/office/drawing/2014/main" id="{14B279D7-FC91-9AE3-E297-0B440BB66131}"/>
              </a:ext>
            </a:extLst>
          </p:cNvPr>
          <p:cNvGraphicFramePr>
            <a:graphicFrameLocks/>
          </p:cNvGraphicFramePr>
          <p:nvPr>
            <p:extLst>
              <p:ext uri="{D42A27DB-BD31-4B8C-83A1-F6EECF244321}">
                <p14:modId xmlns:p14="http://schemas.microsoft.com/office/powerpoint/2010/main" val="2890199764"/>
              </p:ext>
            </p:extLst>
          </p:nvPr>
        </p:nvGraphicFramePr>
        <p:xfrm>
          <a:off x="254000" y="3186113"/>
          <a:ext cx="1484313" cy="1360617"/>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498793">
                  <a:extLst>
                    <a:ext uri="{9D8B030D-6E8A-4147-A177-3AD203B41FA5}">
                      <a16:colId xmlns:a16="http://schemas.microsoft.com/office/drawing/2014/main" val="20002"/>
                    </a:ext>
                  </a:extLst>
                </a:gridCol>
              </a:tblGrid>
              <a:tr h="167652">
                <a:tc>
                  <a:txBody>
                    <a:bodyPr/>
                    <a:lstStyle/>
                    <a:p>
                      <a:pPr algn="ctr">
                        <a:lnSpc>
                          <a:spcPct val="110000"/>
                        </a:lnSpc>
                      </a:pPr>
                      <a:endParaRPr lang="en-US" sz="1000" b="0" dirty="0">
                        <a:solidFill>
                          <a:schemeClr val="tx1">
                            <a:lumMod val="75000"/>
                            <a:lumOff val="25000"/>
                          </a:schemeClr>
                        </a:solidFill>
                        <a:latin typeface="+mj-lt"/>
                      </a:endParaRPr>
                    </a:p>
                  </a:txBody>
                  <a:tcPr marL="0" marR="0" marT="0" marB="0">
                    <a:lnL w="12700" cmpd="sng">
                      <a:noFill/>
                    </a:lnL>
                    <a:lnR w="6350" cap="flat" cmpd="sng" algn="ctr">
                      <a:no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b="0" dirty="0">
                          <a:solidFill>
                            <a:schemeClr val="tx1">
                              <a:lumMod val="75000"/>
                              <a:lumOff val="25000"/>
                            </a:schemeClr>
                          </a:solidFill>
                          <a:latin typeface="+mj-lt"/>
                        </a:rPr>
                        <a:t>{{index rate}}</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b="0" dirty="0">
                          <a:solidFill>
                            <a:schemeClr val="tx1"/>
                          </a:solidFill>
                          <a:latin typeface="+mj-lt"/>
                        </a:rPr>
                        <a:t>SOFR</a:t>
                      </a:r>
                    </a:p>
                  </a:txBody>
                  <a:tcPr marL="0" marR="0" marT="0" marB="0">
                    <a:lnL w="6350" cap="flat" cmpd="sng" algn="ctr">
                      <a:noFill/>
                      <a:prstDash val="solid"/>
                      <a:round/>
                      <a:headEnd type="none" w="med" len="med"/>
                      <a:tailEnd type="none" w="med" len="med"/>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45058">
                <a:tc>
                  <a:txBody>
                    <a:bodyPr/>
                    <a:lstStyle/>
                    <a:p>
                      <a:pPr algn="ctr">
                        <a:lnSpc>
                          <a:spcPct val="110000"/>
                        </a:lnSpc>
                      </a:pPr>
                      <a:r>
                        <a:rPr lang="en-US" sz="1000" b="0" dirty="0">
                          <a:solidFill>
                            <a:schemeClr val="tx1">
                              <a:lumMod val="75000"/>
                              <a:lumOff val="25000"/>
                            </a:schemeClr>
                          </a:solidFill>
                          <a:latin typeface="+mj-lt"/>
                        </a:rPr>
                        <a:t>+</a:t>
                      </a:r>
                    </a:p>
                  </a:txBody>
                  <a:tcPr marL="0" marR="0" marT="0" marB="0">
                    <a:lnL w="12700" cmpd="sng">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b="0" kern="1200" dirty="0">
                          <a:solidFill>
                            <a:schemeClr val="tx1">
                              <a:lumMod val="75000"/>
                              <a:lumOff val="25000"/>
                            </a:schemeClr>
                          </a:solidFill>
                          <a:latin typeface="+mn-lt"/>
                          <a:ea typeface="+mn-ea"/>
                          <a:cs typeface="+mn-cs"/>
                        </a:rPr>
                        <a:t>{{Adjustable Rate Spread}}</a:t>
                      </a:r>
                      <a:endParaRPr lang="en-US" sz="1000" b="0" dirty="0">
                        <a:solidFill>
                          <a:schemeClr val="tx1">
                            <a:lumMod val="75000"/>
                            <a:lumOff val="25000"/>
                          </a:schemeClr>
                        </a:solidFill>
                        <a:latin typeface="+mj-lt"/>
                      </a:endParaRPr>
                    </a:p>
                  </a:txBody>
                  <a:tcPr marL="0" marR="0" marT="0" marB="1829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b="0" dirty="0">
                          <a:solidFill>
                            <a:schemeClr val="tx1">
                              <a:lumMod val="75000"/>
                              <a:lumOff val="25000"/>
                            </a:schemeClr>
                          </a:solidFill>
                          <a:latin typeface="+mj-lt"/>
                        </a:rPr>
                        <a:t>Margin</a:t>
                      </a:r>
                    </a:p>
                  </a:txBody>
                  <a:tcPr marL="0" marR="0" marT="0" marB="18290">
                    <a:lnL w="6350" cap="flat" cmpd="sng" algn="ctr">
                      <a:noFill/>
                      <a:prstDash val="solid"/>
                      <a:round/>
                      <a:headEnd type="none" w="med" len="med"/>
                      <a:tailEnd type="none" w="med" len="med"/>
                    </a:lnL>
                    <a:lnR w="12700" cmpd="sng">
                      <a:noFill/>
                    </a:lnR>
                    <a:lnT w="6350" cap="flat" cmpd="sng" algn="ctr">
                      <a:no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47777">
                <a:tc>
                  <a:txBody>
                    <a:bodyPr/>
                    <a:lstStyle/>
                    <a:p>
                      <a:pPr algn="ctr">
                        <a:lnSpc>
                          <a:spcPct val="110000"/>
                        </a:lnSpc>
                      </a:pPr>
                      <a:endParaRPr lang="en-US" sz="1000" b="0" dirty="0">
                        <a:solidFill>
                          <a:schemeClr val="tx1">
                            <a:lumMod val="75000"/>
                            <a:lumOff val="25000"/>
                          </a:schemeClr>
                        </a:solidFill>
                        <a:latin typeface="+mj-lt"/>
                      </a:endParaRPr>
                    </a:p>
                  </a:txBody>
                  <a:tcPr marL="0" marR="0" marT="0" marB="0">
                    <a:lnL w="12700" cmpd="sng">
                      <a:noFill/>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lnSpc>
                          <a:spcPct val="110000"/>
                        </a:lnSpc>
                      </a:pPr>
                      <a:r>
                        <a:rPr lang="en-US" sz="1000" b="0" dirty="0">
                          <a:solidFill>
                            <a:schemeClr val="tx1">
                              <a:lumMod val="75000"/>
                              <a:lumOff val="25000"/>
                            </a:schemeClr>
                          </a:solidFill>
                          <a:latin typeface="+mj-lt"/>
                        </a:rPr>
                        <a:t>{{Loan Adj Rate}}</a:t>
                      </a:r>
                    </a:p>
                  </a:txBody>
                  <a:tcPr marL="0" marR="0" marT="1829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nSpc>
                          <a:spcPct val="110000"/>
                        </a:lnSpc>
                      </a:pPr>
                      <a:endParaRPr lang="en-US" sz="1000" b="0" dirty="0">
                        <a:solidFill>
                          <a:schemeClr val="tx1">
                            <a:lumMod val="75000"/>
                            <a:lumOff val="25000"/>
                          </a:schemeClr>
                        </a:solidFill>
                        <a:latin typeface="+mj-lt"/>
                      </a:endParaRPr>
                    </a:p>
                  </a:txBody>
                  <a:tcPr marL="0" marR="0" marT="18290" marB="0">
                    <a:lnL w="6350" cap="flat" cmpd="sng" algn="ctr">
                      <a:noFill/>
                      <a:prstDash val="solid"/>
                      <a:round/>
                      <a:headEnd type="none" w="med" len="med"/>
                      <a:tailEnd type="none" w="med" len="med"/>
                    </a:lnL>
                    <a:lnR w="12700" cmpd="sng">
                      <a:noFill/>
                    </a:lnR>
                    <a:lnT w="6350"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graphicFrame>
        <p:nvGraphicFramePr>
          <p:cNvPr id="17" name="Table 16">
            <a:extLst>
              <a:ext uri="{FF2B5EF4-FFF2-40B4-BE49-F238E27FC236}">
                <a16:creationId xmlns:a16="http://schemas.microsoft.com/office/drawing/2014/main" id="{F7A7FB50-120A-853A-AE42-CB80AAE3D47F}"/>
              </a:ext>
            </a:extLst>
          </p:cNvPr>
          <p:cNvGraphicFramePr>
            <a:graphicFrameLocks noGrp="1"/>
          </p:cNvGraphicFramePr>
          <p:nvPr>
            <p:extLst>
              <p:ext uri="{D42A27DB-BD31-4B8C-83A1-F6EECF244321}">
                <p14:modId xmlns:p14="http://schemas.microsoft.com/office/powerpoint/2010/main" val="2086877473"/>
              </p:ext>
            </p:extLst>
          </p:nvPr>
        </p:nvGraphicFramePr>
        <p:xfrm>
          <a:off x="4229100" y="3987800"/>
          <a:ext cx="5148264" cy="1756350"/>
        </p:xfrm>
        <a:graphic>
          <a:graphicData uri="http://schemas.openxmlformats.org/drawingml/2006/table">
            <a:tbl>
              <a:tblPr firstRow="1" bandRow="1">
                <a:tableStyleId>{5C22544A-7EE6-4342-B048-85BDC9FD1C3A}</a:tableStyleId>
              </a:tblPr>
              <a:tblGrid>
                <a:gridCol w="1716088">
                  <a:extLst>
                    <a:ext uri="{9D8B030D-6E8A-4147-A177-3AD203B41FA5}">
                      <a16:colId xmlns:a16="http://schemas.microsoft.com/office/drawing/2014/main" val="20000"/>
                    </a:ext>
                  </a:extLst>
                </a:gridCol>
                <a:gridCol w="1716088">
                  <a:extLst>
                    <a:ext uri="{9D8B030D-6E8A-4147-A177-3AD203B41FA5}">
                      <a16:colId xmlns:a16="http://schemas.microsoft.com/office/drawing/2014/main" val="20001"/>
                    </a:ext>
                  </a:extLst>
                </a:gridCol>
                <a:gridCol w="1716088">
                  <a:extLst>
                    <a:ext uri="{9D8B030D-6E8A-4147-A177-3AD203B41FA5}">
                      <a16:colId xmlns:a16="http://schemas.microsoft.com/office/drawing/2014/main" val="20002"/>
                    </a:ext>
                  </a:extLst>
                </a:gridCol>
              </a:tblGrid>
              <a:tr h="291092">
                <a:tc gridSpan="3">
                  <a:txBody>
                    <a:bodyPr/>
                    <a:lstStyle/>
                    <a:p>
                      <a:pPr algn="l">
                        <a:lnSpc>
                          <a:spcPct val="110000"/>
                        </a:lnSpc>
                      </a:pPr>
                      <a:r>
                        <a:rPr lang="en-US" sz="1200" b="1" dirty="0">
                          <a:solidFill>
                            <a:srgbClr val="7D532F"/>
                          </a:solidFill>
                          <a:latin typeface="+mj-lt"/>
                        </a:rPr>
                        <a:t>Combined Interest Rate Effect</a:t>
                      </a:r>
                    </a:p>
                  </a:txBody>
                  <a:tcPr marL="0" marR="0" marT="47098" marB="4709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b="0" dirty="0">
                        <a:solidFill>
                          <a:schemeClr val="tx1">
                            <a:lumMod val="75000"/>
                            <a:lumOff val="25000"/>
                          </a:schemeClr>
                        </a:solidFill>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91092">
                <a:tc>
                  <a:txBody>
                    <a:bodyPr/>
                    <a:lstStyle/>
                    <a:p>
                      <a:pPr>
                        <a:lnSpc>
                          <a:spcPct val="110000"/>
                        </a:lnSpc>
                      </a:pPr>
                      <a:r>
                        <a:rPr lang="en-US" sz="1200" b="1" dirty="0">
                          <a:solidFill>
                            <a:schemeClr val="tx1">
                              <a:lumMod val="75000"/>
                              <a:lumOff val="25000"/>
                            </a:schemeClr>
                          </a:solidFill>
                          <a:latin typeface="+mj-lt"/>
                        </a:rPr>
                        <a:t>Loan</a:t>
                      </a:r>
                    </a:p>
                  </a:txBody>
                  <a:tcPr marL="0" marR="0" marT="47098" marB="47098">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10000"/>
                        </a:lnSpc>
                      </a:pPr>
                      <a:r>
                        <a:rPr lang="en-US" sz="1200" b="0" dirty="0">
                          <a:solidFill>
                            <a:schemeClr val="tx1">
                              <a:lumMod val="75000"/>
                              <a:lumOff val="25000"/>
                            </a:schemeClr>
                          </a:solidFill>
                          <a:latin typeface="+mj-lt"/>
                        </a:rPr>
                        <a:t>Pay</a:t>
                      </a:r>
                    </a:p>
                  </a:txBody>
                  <a:tcPr marL="0" marR="0" marT="47098" marB="47098">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10000"/>
                        </a:lnSpc>
                      </a:pPr>
                      <a:r>
                        <a:rPr lang="en-US" sz="1200" b="0" dirty="0">
                          <a:solidFill>
                            <a:schemeClr val="tx1">
                              <a:lumMod val="75000"/>
                              <a:lumOff val="25000"/>
                            </a:schemeClr>
                          </a:solidFill>
                          <a:latin typeface="+mj-lt"/>
                        </a:rPr>
                        <a:t>{{Index Rate}} + {{Adjustable Rate Spread}}</a:t>
                      </a:r>
                    </a:p>
                  </a:txBody>
                  <a:tcPr marL="0" marR="0" marT="47098" marB="47098">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98324">
                <a:tc>
                  <a:txBody>
                    <a:bodyPr/>
                    <a:lstStyle/>
                    <a:p>
                      <a:pPr>
                        <a:lnSpc>
                          <a:spcPct val="110000"/>
                        </a:lnSpc>
                      </a:pPr>
                      <a:r>
                        <a:rPr lang="en-US" sz="1200" b="1" dirty="0">
                          <a:solidFill>
                            <a:schemeClr val="tx1">
                              <a:lumMod val="75000"/>
                              <a:lumOff val="25000"/>
                            </a:schemeClr>
                          </a:solidFill>
                          <a:latin typeface="+mj-lt"/>
                        </a:rPr>
                        <a:t>Swap</a:t>
                      </a:r>
                    </a:p>
                  </a:txBody>
                  <a:tcPr marL="0" marR="0" marT="47098" marB="47098">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10000"/>
                        </a:lnSpc>
                      </a:pPr>
                      <a:r>
                        <a:rPr lang="en-US" sz="1200" b="0" dirty="0">
                          <a:solidFill>
                            <a:schemeClr val="tx1">
                              <a:lumMod val="75000"/>
                              <a:lumOff val="25000"/>
                            </a:schemeClr>
                          </a:solidFill>
                          <a:latin typeface="+mj-lt"/>
                        </a:rPr>
                        <a:t>Receive</a:t>
                      </a:r>
                    </a:p>
                    <a:p>
                      <a:pPr marL="0" marR="0" lvl="0" indent="0" algn="l" defTabSz="914400" rtl="0" eaLnBrk="1" fontAlgn="auto" latinLnBrk="0" hangingPunct="1">
                        <a:lnSpc>
                          <a:spcPct val="110000"/>
                        </a:lnSpc>
                        <a:spcBef>
                          <a:spcPts val="0"/>
                        </a:spcBef>
                        <a:spcAft>
                          <a:spcPts val="0"/>
                        </a:spcAft>
                        <a:buClrTx/>
                        <a:buSzTx/>
                        <a:buFontTx/>
                        <a:buNone/>
                        <a:tabLst/>
                        <a:defRPr/>
                      </a:pPr>
                      <a:r>
                        <a:rPr lang="en-US" sz="1200" b="0" kern="1200" dirty="0">
                          <a:solidFill>
                            <a:schemeClr val="tx1">
                              <a:lumMod val="75000"/>
                              <a:lumOff val="25000"/>
                            </a:schemeClr>
                          </a:solidFill>
                          <a:latin typeface="+mj-lt"/>
                          <a:ea typeface="+mn-ea"/>
                          <a:cs typeface="+mn-cs"/>
                        </a:rPr>
                        <a:t>Pay fixed</a:t>
                      </a:r>
                    </a:p>
                  </a:txBody>
                  <a:tcPr marL="0" marR="0" marT="47098" marB="47098">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200" b="0" dirty="0">
                          <a:solidFill>
                            <a:schemeClr val="tx1">
                              <a:lumMod val="75000"/>
                              <a:lumOff val="25000"/>
                            </a:schemeClr>
                          </a:solidFill>
                          <a:latin typeface="+mj-lt"/>
                        </a:rPr>
                        <a:t>{{Index Rate}} + {{Adjustable Rate Spread}} </a:t>
                      </a:r>
                    </a:p>
                    <a:p>
                      <a:pPr marL="0" marR="0" lvl="0" indent="0" algn="l" defTabSz="914400" rtl="0" eaLnBrk="1" fontAlgn="auto" latinLnBrk="0" hangingPunct="1">
                        <a:lnSpc>
                          <a:spcPct val="110000"/>
                        </a:lnSpc>
                        <a:spcBef>
                          <a:spcPts val="0"/>
                        </a:spcBef>
                        <a:spcAft>
                          <a:spcPts val="0"/>
                        </a:spcAft>
                        <a:buClrTx/>
                        <a:buSzTx/>
                        <a:buFontTx/>
                        <a:buNone/>
                        <a:tabLst/>
                        <a:defRPr/>
                      </a:pPr>
                      <a:r>
                        <a:rPr lang="en-US" sz="1200" b="0" kern="1200" dirty="0">
                          <a:solidFill>
                            <a:schemeClr val="tx1">
                              <a:lumMod val="75000"/>
                              <a:lumOff val="25000"/>
                            </a:schemeClr>
                          </a:solidFill>
                          <a:latin typeface="+mj-lt"/>
                          <a:ea typeface="+mn-ea"/>
                          <a:cs typeface="+mn-cs"/>
                        </a:rPr>
                        <a:t>{{Swap Rate}}             </a:t>
                      </a:r>
                      <a:r>
                        <a:rPr lang="en-US" sz="1200" b="0" kern="1200" baseline="0" dirty="0">
                          <a:solidFill>
                            <a:schemeClr val="tx1">
                              <a:lumMod val="75000"/>
                              <a:lumOff val="25000"/>
                            </a:schemeClr>
                          </a:solidFill>
                          <a:latin typeface="+mj-lt"/>
                          <a:ea typeface="+mn-ea"/>
                          <a:cs typeface="+mn-cs"/>
                        </a:rPr>
                        <a:t> </a:t>
                      </a:r>
                      <a:endParaRPr lang="en-US" sz="1200" b="0" kern="1200" dirty="0">
                        <a:solidFill>
                          <a:schemeClr val="tx1">
                            <a:lumMod val="75000"/>
                            <a:lumOff val="25000"/>
                          </a:schemeClr>
                        </a:solidFill>
                        <a:latin typeface="+mj-lt"/>
                        <a:ea typeface="+mn-ea"/>
                        <a:cs typeface="+mn-cs"/>
                      </a:endParaRPr>
                    </a:p>
                  </a:txBody>
                  <a:tcPr marL="0" marR="0" marT="47098" marB="47098">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91092">
                <a:tc>
                  <a:txBody>
                    <a:bodyPr/>
                    <a:lstStyle/>
                    <a:p>
                      <a:pPr>
                        <a:lnSpc>
                          <a:spcPct val="110000"/>
                        </a:lnSpc>
                      </a:pPr>
                      <a:r>
                        <a:rPr lang="en-US" sz="1200" b="1" dirty="0">
                          <a:solidFill>
                            <a:schemeClr val="tx1"/>
                          </a:solidFill>
                          <a:latin typeface="+mj-lt"/>
                        </a:rPr>
                        <a:t>“All-in” </a:t>
                      </a:r>
                      <a:r>
                        <a:rPr lang="en-US" sz="1200" b="1" dirty="0">
                          <a:solidFill>
                            <a:schemeClr val="tx1">
                              <a:lumMod val="75000"/>
                              <a:lumOff val="25000"/>
                            </a:schemeClr>
                          </a:solidFill>
                          <a:latin typeface="+mj-lt"/>
                        </a:rPr>
                        <a:t>Interest Rate =</a:t>
                      </a:r>
                    </a:p>
                  </a:txBody>
                  <a:tcPr marL="0" marR="0" marT="47098" marB="47098">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10000"/>
                        </a:lnSpc>
                      </a:pPr>
                      <a:endParaRPr lang="en-US" sz="1200" b="0" dirty="0">
                        <a:solidFill>
                          <a:schemeClr val="tx1">
                            <a:lumMod val="75000"/>
                            <a:lumOff val="25000"/>
                          </a:schemeClr>
                        </a:solidFill>
                        <a:latin typeface="+mj-lt"/>
                      </a:endParaRPr>
                    </a:p>
                  </a:txBody>
                  <a:tcPr marL="0" marR="0" marT="47098" marB="47098">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200" b="0" dirty="0">
                          <a:solidFill>
                            <a:schemeClr val="tx1">
                              <a:lumMod val="75000"/>
                              <a:lumOff val="25000"/>
                            </a:schemeClr>
                          </a:solidFill>
                          <a:latin typeface="+mj-lt"/>
                        </a:rPr>
                        <a:t>{{Swap Rate}}</a:t>
                      </a:r>
                    </a:p>
                  </a:txBody>
                  <a:tcPr marL="0" marR="0" marT="47098" marB="47098">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cxnSp>
        <p:nvCxnSpPr>
          <p:cNvPr id="20" name="Straight Arrow Connector 19">
            <a:extLst>
              <a:ext uri="{FF2B5EF4-FFF2-40B4-BE49-F238E27FC236}">
                <a16:creationId xmlns:a16="http://schemas.microsoft.com/office/drawing/2014/main" id="{51D61708-7B15-B033-C126-77E2D9592941}"/>
              </a:ext>
            </a:extLst>
          </p:cNvPr>
          <p:cNvCxnSpPr>
            <a:cxnSpLocks/>
          </p:cNvCxnSpPr>
          <p:nvPr/>
        </p:nvCxnSpPr>
        <p:spPr>
          <a:xfrm flipH="1">
            <a:off x="3124200" y="2368550"/>
            <a:ext cx="3810000" cy="12700"/>
          </a:xfrm>
          <a:prstGeom prst="straightConnector1">
            <a:avLst/>
          </a:prstGeom>
          <a:ln w="15875">
            <a:solidFill>
              <a:schemeClr val="accent3"/>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C0553D6-D3A0-6A35-96DC-25DC08534D36}"/>
              </a:ext>
            </a:extLst>
          </p:cNvPr>
          <p:cNvCxnSpPr>
            <a:cxnSpLocks/>
          </p:cNvCxnSpPr>
          <p:nvPr/>
        </p:nvCxnSpPr>
        <p:spPr>
          <a:xfrm flipV="1">
            <a:off x="3140075" y="2527300"/>
            <a:ext cx="3794125" cy="17463"/>
          </a:xfrm>
          <a:prstGeom prst="straightConnector1">
            <a:avLst/>
          </a:prstGeom>
          <a:ln w="15875">
            <a:solidFill>
              <a:schemeClr val="accent3"/>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6" name="Rectangle 16">
            <a:extLst>
              <a:ext uri="{FF2B5EF4-FFF2-40B4-BE49-F238E27FC236}">
                <a16:creationId xmlns:a16="http://schemas.microsoft.com/office/drawing/2014/main" id="{9F195075-8685-24BE-B9B0-713112EFC3D6}"/>
              </a:ext>
            </a:extLst>
          </p:cNvPr>
          <p:cNvSpPr>
            <a:spLocks noChangeArrowheads="1"/>
          </p:cNvSpPr>
          <p:nvPr/>
        </p:nvSpPr>
        <p:spPr bwMode="auto">
          <a:xfrm>
            <a:off x="692150" y="6076950"/>
            <a:ext cx="8674100" cy="6858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685800" bIns="228600" anchor="ctr"/>
          <a:lstStyle/>
          <a:p>
            <a:pPr algn="ctr" defTabSz="1018824" eaLnBrk="1" fontAlgn="auto" hangingPunct="1">
              <a:lnSpc>
                <a:spcPct val="110000"/>
              </a:lnSpc>
              <a:spcBef>
                <a:spcPts val="0"/>
              </a:spcBef>
              <a:spcAft>
                <a:spcPts val="0"/>
              </a:spcAft>
              <a:defRPr/>
            </a:pPr>
            <a:r>
              <a:rPr lang="en-US" sz="1600" dirty="0">
                <a:solidFill>
                  <a:schemeClr val="tx1">
                    <a:lumMod val="75000"/>
                    <a:lumOff val="25000"/>
                  </a:schemeClr>
                </a:solidFill>
                <a:latin typeface="+mj-lt"/>
              </a:rPr>
              <a:t>{{Swap Rate}} fixed for {{Swap Term}} </a:t>
            </a:r>
            <a:r>
              <a:rPr lang="en-US" sz="1600" dirty="0">
                <a:solidFill>
                  <a:schemeClr val="bg2">
                    <a:lumMod val="25000"/>
                  </a:schemeClr>
                </a:solidFill>
                <a:latin typeface="+mj-lt"/>
              </a:rPr>
              <a:t>as a result of the two transactions. </a:t>
            </a:r>
          </a:p>
          <a:p>
            <a:pPr algn="ctr" defTabSz="1018824" eaLnBrk="1" fontAlgn="auto" hangingPunct="1">
              <a:lnSpc>
                <a:spcPct val="110000"/>
              </a:lnSpc>
              <a:spcBef>
                <a:spcPts val="0"/>
              </a:spcBef>
              <a:spcAft>
                <a:spcPts val="0"/>
              </a:spcAft>
              <a:defRPr/>
            </a:pPr>
            <a:r>
              <a:rPr lang="en-US" sz="1600" b="1" dirty="0">
                <a:solidFill>
                  <a:schemeClr val="tx1">
                    <a:lumMod val="75000"/>
                    <a:lumOff val="25000"/>
                  </a:schemeClr>
                </a:solidFill>
                <a:latin typeface="+mj-lt"/>
              </a:rPr>
              <a:t>* Until the swap is executed, this rate may change.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2182F83D-1760-61BD-C1FB-A4503D33ACA3}"/>
              </a:ext>
            </a:extLst>
          </p:cNvPr>
          <p:cNvSpPr>
            <a:spLocks noGrp="1"/>
          </p:cNvSpPr>
          <p:nvPr>
            <p:ph type="title"/>
          </p:nvPr>
        </p:nvSpPr>
        <p:spPr>
          <a:xfrm>
            <a:off x="751201" y="340164"/>
            <a:ext cx="8674100" cy="685800"/>
          </a:xfrm>
        </p:spPr>
        <p:txBody>
          <a:bodyPr/>
          <a:lstStyle/>
          <a:p>
            <a:pPr eaLnBrk="1" hangingPunct="1"/>
            <a:r>
              <a:rPr lang="en-US" altLang="en-US" dirty="0">
                <a:solidFill>
                  <a:srgbClr val="7D532F"/>
                </a:solidFill>
              </a:rPr>
              <a:t>Interest Rate Sensitivity</a:t>
            </a:r>
            <a:br>
              <a:rPr lang="en-US" altLang="en-US" dirty="0">
                <a:solidFill>
                  <a:srgbClr val="7D532F"/>
                </a:solidFill>
              </a:rPr>
            </a:br>
            <a:r>
              <a:rPr lang="en-US" altLang="en-US" dirty="0">
                <a:solidFill>
                  <a:srgbClr val="FF0000"/>
                </a:solidFill>
              </a:rPr>
              <a:t>(Figures below are samples and are not actively updated)   </a:t>
            </a:r>
          </a:p>
        </p:txBody>
      </p:sp>
      <p:sp>
        <p:nvSpPr>
          <p:cNvPr id="56323" name="Slide Number Placeholder 4">
            <a:extLst>
              <a:ext uri="{FF2B5EF4-FFF2-40B4-BE49-F238E27FC236}">
                <a16:creationId xmlns:a16="http://schemas.microsoft.com/office/drawing/2014/main" id="{1561B110-69B2-E196-D668-C8372851EFC0}"/>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EB51061-00E5-4CCA-A673-306441F1614A}" type="slidenum">
              <a:rPr lang="en-US" altLang="en-US"/>
              <a:pPr/>
              <a:t>8</a:t>
            </a:fld>
            <a:endParaRPr lang="en-US" altLang="en-US"/>
          </a:p>
        </p:txBody>
      </p:sp>
      <p:graphicFrame>
        <p:nvGraphicFramePr>
          <p:cNvPr id="6" name="Table 5">
            <a:extLst>
              <a:ext uri="{FF2B5EF4-FFF2-40B4-BE49-F238E27FC236}">
                <a16:creationId xmlns:a16="http://schemas.microsoft.com/office/drawing/2014/main" id="{95282E7F-123E-A156-60EC-7B4F251573BF}"/>
              </a:ext>
            </a:extLst>
          </p:cNvPr>
          <p:cNvGraphicFramePr>
            <a:graphicFrameLocks noGrp="1"/>
          </p:cNvGraphicFramePr>
          <p:nvPr>
            <p:extLst>
              <p:ext uri="{D42A27DB-BD31-4B8C-83A1-F6EECF244321}">
                <p14:modId xmlns:p14="http://schemas.microsoft.com/office/powerpoint/2010/main" val="1868779944"/>
              </p:ext>
            </p:extLst>
          </p:nvPr>
        </p:nvGraphicFramePr>
        <p:xfrm>
          <a:off x="650413" y="1195388"/>
          <a:ext cx="8763313" cy="5671740"/>
        </p:xfrm>
        <a:graphic>
          <a:graphicData uri="http://schemas.openxmlformats.org/drawingml/2006/table">
            <a:tbl>
              <a:tblPr/>
              <a:tblGrid>
                <a:gridCol w="2873883">
                  <a:extLst>
                    <a:ext uri="{9D8B030D-6E8A-4147-A177-3AD203B41FA5}">
                      <a16:colId xmlns:a16="http://schemas.microsoft.com/office/drawing/2014/main" val="20000"/>
                    </a:ext>
                  </a:extLst>
                </a:gridCol>
                <a:gridCol w="1049708">
                  <a:extLst>
                    <a:ext uri="{9D8B030D-6E8A-4147-A177-3AD203B41FA5}">
                      <a16:colId xmlns:a16="http://schemas.microsoft.com/office/drawing/2014/main" val="20001"/>
                    </a:ext>
                  </a:extLst>
                </a:gridCol>
                <a:gridCol w="1203181">
                  <a:extLst>
                    <a:ext uri="{9D8B030D-6E8A-4147-A177-3AD203B41FA5}">
                      <a16:colId xmlns:a16="http://schemas.microsoft.com/office/drawing/2014/main" val="20002"/>
                    </a:ext>
                  </a:extLst>
                </a:gridCol>
                <a:gridCol w="1361648">
                  <a:extLst>
                    <a:ext uri="{9D8B030D-6E8A-4147-A177-3AD203B41FA5}">
                      <a16:colId xmlns:a16="http://schemas.microsoft.com/office/drawing/2014/main" val="20003"/>
                    </a:ext>
                  </a:extLst>
                </a:gridCol>
                <a:gridCol w="1148598">
                  <a:extLst>
                    <a:ext uri="{9D8B030D-6E8A-4147-A177-3AD203B41FA5}">
                      <a16:colId xmlns:a16="http://schemas.microsoft.com/office/drawing/2014/main" val="20004"/>
                    </a:ext>
                  </a:extLst>
                </a:gridCol>
                <a:gridCol w="1126295">
                  <a:extLst>
                    <a:ext uri="{9D8B030D-6E8A-4147-A177-3AD203B41FA5}">
                      <a16:colId xmlns:a16="http://schemas.microsoft.com/office/drawing/2014/main" val="20005"/>
                    </a:ext>
                  </a:extLst>
                </a:gridCol>
              </a:tblGrid>
              <a:tr h="357287">
                <a:tc>
                  <a:txBody>
                    <a:bodyPr/>
                    <a:lstStyle/>
                    <a:p>
                      <a:pPr algn="ctr" fontAlgn="b"/>
                      <a:r>
                        <a:rPr lang="en-US" sz="1600" b="1" i="0" u="sng" strike="noStrike" dirty="0">
                          <a:effectLst/>
                          <a:latin typeface="Calibri" panose="020F0502020204030204" pitchFamily="34" charset="0"/>
                        </a:rPr>
                        <a:t>Index</a:t>
                      </a:r>
                      <a:r>
                        <a:rPr lang="en-US" sz="1600" b="1" i="0" u="sng" strike="noStrike" baseline="0" dirty="0">
                          <a:effectLst/>
                          <a:latin typeface="Calibri" panose="020F0502020204030204" pitchFamily="34" charset="0"/>
                        </a:rPr>
                        <a:t> Rate </a:t>
                      </a:r>
                      <a:r>
                        <a:rPr lang="en-US" sz="1600" b="1" i="0" u="sng" strike="noStrike" dirty="0">
                          <a:effectLst/>
                          <a:latin typeface="Calibri" panose="020F0502020204030204" pitchFamily="34" charset="0"/>
                        </a:rPr>
                        <a:t>Change</a:t>
                      </a:r>
                    </a:p>
                  </a:txBody>
                  <a:tcPr marL="9525" marR="9525" marT="9523" marB="0" anchor="b">
                    <a:lnL>
                      <a:noFill/>
                    </a:lnL>
                    <a:lnR>
                      <a:noFill/>
                    </a:lnR>
                    <a:lnT w="6350" cap="flat" cmpd="sng" algn="ctr">
                      <a:solidFill>
                        <a:srgbClr val="008000"/>
                      </a:solidFill>
                      <a:prstDash val="solid"/>
                      <a:round/>
                      <a:headEnd type="none" w="med" len="med"/>
                      <a:tailEnd type="none" w="med" len="med"/>
                    </a:lnT>
                    <a:lnB w="12700" cap="flat" cmpd="sng" algn="ctr">
                      <a:solidFill>
                        <a:srgbClr val="7D532F"/>
                      </a:solidFill>
                      <a:prstDash val="solid"/>
                      <a:round/>
                      <a:headEnd type="none" w="med" len="med"/>
                      <a:tailEnd type="none" w="med" len="med"/>
                    </a:lnB>
                    <a:solidFill>
                      <a:srgbClr val="FFFFFF"/>
                    </a:solidFill>
                  </a:tcPr>
                </a:tc>
                <a:tc>
                  <a:txBody>
                    <a:bodyPr/>
                    <a:lstStyle/>
                    <a:p>
                      <a:pPr algn="ctr" fontAlgn="b"/>
                      <a:r>
                        <a:rPr lang="en-US" sz="1600" b="1" i="0" u="sng" strike="noStrike" dirty="0">
                          <a:effectLst/>
                          <a:latin typeface="Calibri" panose="020F0502020204030204" pitchFamily="34" charset="0"/>
                        </a:rPr>
                        <a:t>-0.04%</a:t>
                      </a:r>
                    </a:p>
                  </a:txBody>
                  <a:tcPr marL="9525" marR="9525" marT="9523" marB="0" anchor="b">
                    <a:lnL>
                      <a:noFill/>
                    </a:lnL>
                    <a:lnR>
                      <a:noFill/>
                    </a:lnR>
                    <a:lnT w="6350" cap="flat" cmpd="sng" algn="ctr">
                      <a:solidFill>
                        <a:srgbClr val="008000"/>
                      </a:solidFill>
                      <a:prstDash val="solid"/>
                      <a:round/>
                      <a:headEnd type="none" w="med" len="med"/>
                      <a:tailEnd type="none" w="med" len="med"/>
                    </a:lnT>
                    <a:lnB w="12700" cap="flat" cmpd="sng" algn="ctr">
                      <a:solidFill>
                        <a:srgbClr val="7D532F"/>
                      </a:solidFill>
                      <a:prstDash val="solid"/>
                      <a:round/>
                      <a:headEnd type="none" w="med" len="med"/>
                      <a:tailEnd type="none" w="med" len="med"/>
                    </a:lnB>
                    <a:solidFill>
                      <a:srgbClr val="FFFFFF"/>
                    </a:solidFill>
                  </a:tcPr>
                </a:tc>
                <a:tc>
                  <a:txBody>
                    <a:bodyPr/>
                    <a:lstStyle/>
                    <a:p>
                      <a:pPr algn="ctr" fontAlgn="b"/>
                      <a:r>
                        <a:rPr lang="en-US" sz="1600" b="1" i="0" u="sng" strike="noStrike" dirty="0">
                          <a:effectLst/>
                          <a:latin typeface="Calibri" panose="020F0502020204030204" pitchFamily="34" charset="0"/>
                        </a:rPr>
                        <a:t>-0.02%</a:t>
                      </a:r>
                    </a:p>
                  </a:txBody>
                  <a:tcPr marL="9525" marR="9525" marT="9523" marB="0" anchor="b">
                    <a:lnL>
                      <a:noFill/>
                    </a:lnL>
                    <a:lnR>
                      <a:noFill/>
                    </a:lnR>
                    <a:lnT w="6350" cap="flat" cmpd="sng" algn="ctr">
                      <a:solidFill>
                        <a:srgbClr val="008000"/>
                      </a:solidFill>
                      <a:prstDash val="solid"/>
                      <a:round/>
                      <a:headEnd type="none" w="med" len="med"/>
                      <a:tailEnd type="none" w="med" len="med"/>
                    </a:lnT>
                    <a:lnB w="12700" cap="flat" cmpd="sng" algn="ctr">
                      <a:solidFill>
                        <a:srgbClr val="7D532F"/>
                      </a:solidFill>
                      <a:prstDash val="solid"/>
                      <a:round/>
                      <a:headEnd type="none" w="med" len="med"/>
                      <a:tailEnd type="none" w="med" len="med"/>
                    </a:lnB>
                    <a:solidFill>
                      <a:srgbClr val="FFFFFF"/>
                    </a:solidFill>
                  </a:tcPr>
                </a:tc>
                <a:tc>
                  <a:txBody>
                    <a:bodyPr/>
                    <a:lstStyle/>
                    <a:p>
                      <a:pPr algn="ctr" fontAlgn="b"/>
                      <a:r>
                        <a:rPr lang="en-US" sz="1600" b="1" i="0" u="sng" strike="noStrike" dirty="0">
                          <a:effectLst/>
                          <a:latin typeface="Calibri" panose="020F0502020204030204" pitchFamily="34" charset="0"/>
                        </a:rPr>
                        <a:t>Unchanged</a:t>
                      </a:r>
                    </a:p>
                  </a:txBody>
                  <a:tcPr marL="9525" marR="9525" marT="9523" marB="0" anchor="b">
                    <a:lnL>
                      <a:noFill/>
                    </a:lnL>
                    <a:lnR>
                      <a:noFill/>
                    </a:lnR>
                    <a:lnT w="6350" cap="flat" cmpd="sng" algn="ctr">
                      <a:solidFill>
                        <a:srgbClr val="008000"/>
                      </a:solidFill>
                      <a:prstDash val="solid"/>
                      <a:round/>
                      <a:headEnd type="none" w="med" len="med"/>
                      <a:tailEnd type="none" w="med" len="med"/>
                    </a:lnT>
                    <a:lnB w="12700" cap="flat" cmpd="sng" algn="ctr">
                      <a:solidFill>
                        <a:srgbClr val="7D532F"/>
                      </a:solidFill>
                      <a:prstDash val="solid"/>
                      <a:round/>
                      <a:headEnd type="none" w="med" len="med"/>
                      <a:tailEnd type="none" w="med" len="med"/>
                    </a:lnB>
                    <a:solidFill>
                      <a:srgbClr val="FFFFFF"/>
                    </a:solidFill>
                  </a:tcPr>
                </a:tc>
                <a:tc>
                  <a:txBody>
                    <a:bodyPr/>
                    <a:lstStyle/>
                    <a:p>
                      <a:pPr algn="ctr" fontAlgn="b"/>
                      <a:r>
                        <a:rPr lang="en-US" sz="1600" b="1" i="0" u="sng" strike="noStrike" dirty="0">
                          <a:effectLst/>
                          <a:latin typeface="Calibri" panose="020F0502020204030204" pitchFamily="34" charset="0"/>
                        </a:rPr>
                        <a:t>+1.00%</a:t>
                      </a:r>
                    </a:p>
                  </a:txBody>
                  <a:tcPr marL="9525" marR="9525" marT="9523" marB="0" anchor="b">
                    <a:lnL>
                      <a:noFill/>
                    </a:lnL>
                    <a:lnR>
                      <a:noFill/>
                    </a:lnR>
                    <a:lnT w="6350" cap="flat" cmpd="sng" algn="ctr">
                      <a:solidFill>
                        <a:srgbClr val="008000"/>
                      </a:solidFill>
                      <a:prstDash val="solid"/>
                      <a:round/>
                      <a:headEnd type="none" w="med" len="med"/>
                      <a:tailEnd type="none" w="med" len="med"/>
                    </a:lnT>
                    <a:lnB w="12700" cap="flat" cmpd="sng" algn="ctr">
                      <a:solidFill>
                        <a:srgbClr val="7D532F"/>
                      </a:solidFill>
                      <a:prstDash val="solid"/>
                      <a:round/>
                      <a:headEnd type="none" w="med" len="med"/>
                      <a:tailEnd type="none" w="med" len="med"/>
                    </a:lnB>
                    <a:solidFill>
                      <a:srgbClr val="FFFFFF"/>
                    </a:solidFill>
                  </a:tcPr>
                </a:tc>
                <a:tc>
                  <a:txBody>
                    <a:bodyPr/>
                    <a:lstStyle/>
                    <a:p>
                      <a:pPr algn="ctr" fontAlgn="b"/>
                      <a:r>
                        <a:rPr lang="en-US" sz="1600" b="1" i="0" u="sng" strike="noStrike" dirty="0">
                          <a:effectLst/>
                          <a:latin typeface="Calibri" panose="020F0502020204030204" pitchFamily="34" charset="0"/>
                        </a:rPr>
                        <a:t>+2.00%</a:t>
                      </a:r>
                    </a:p>
                  </a:txBody>
                  <a:tcPr marL="9525" marR="9525" marT="9523" marB="0" anchor="b">
                    <a:lnL>
                      <a:noFill/>
                    </a:lnL>
                    <a:lnR>
                      <a:noFill/>
                    </a:lnR>
                    <a:lnT w="6350" cap="flat" cmpd="sng" algn="ctr">
                      <a:solidFill>
                        <a:srgbClr val="008000"/>
                      </a:solidFill>
                      <a:prstDash val="solid"/>
                      <a:round/>
                      <a:headEnd type="none" w="med" len="med"/>
                      <a:tailEnd type="none" w="med" len="med"/>
                    </a:lnT>
                    <a:lnB w="12700" cap="flat" cmpd="sng" algn="ctr">
                      <a:solidFill>
                        <a:srgbClr val="7D532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62370">
                <a:tc>
                  <a:txBody>
                    <a:bodyPr/>
                    <a:lstStyle/>
                    <a:p>
                      <a:pPr algn="l" fontAlgn="b"/>
                      <a:r>
                        <a:rPr lang="en-US" sz="1600" b="1" i="0" u="none" strike="noStrike" dirty="0">
                          <a:solidFill>
                            <a:schemeClr val="tx1"/>
                          </a:solidFill>
                          <a:effectLst/>
                          <a:latin typeface="Calibri" panose="020F0502020204030204" pitchFamily="34" charset="0"/>
                        </a:rPr>
                        <a:t>LOAN</a:t>
                      </a:r>
                    </a:p>
                  </a:txBody>
                  <a:tcPr marL="9525" marR="9525" marT="9523" marB="0" anchor="b">
                    <a:lnL>
                      <a:noFill/>
                    </a:lnL>
                    <a:lnR>
                      <a:noFill/>
                    </a:lnR>
                    <a:lnT w="12700" cap="flat" cmpd="sng" algn="ctr">
                      <a:solidFill>
                        <a:srgbClr val="7D532F"/>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fontAlgn="b"/>
                      <a:r>
                        <a:rPr lang="en-US" sz="1600" b="0" i="0" u="none" strike="noStrike" dirty="0">
                          <a:effectLst/>
                          <a:latin typeface="Calibri" panose="020F0502020204030204" pitchFamily="34" charset="0"/>
                        </a:rPr>
                        <a:t> </a:t>
                      </a:r>
                    </a:p>
                  </a:txBody>
                  <a:tcPr marL="9525" marR="9525" marT="9523" marB="0" anchor="b">
                    <a:lnL>
                      <a:noFill/>
                    </a:lnL>
                    <a:lnR>
                      <a:noFill/>
                    </a:lnR>
                    <a:lnT w="12700" cap="flat" cmpd="sng" algn="ctr">
                      <a:solidFill>
                        <a:srgbClr val="7D532F"/>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fontAlgn="b"/>
                      <a:r>
                        <a:rPr lang="en-US" sz="1600" b="0" i="0" u="none" strike="noStrike" dirty="0">
                          <a:effectLst/>
                          <a:latin typeface="Calibri" panose="020F0502020204030204" pitchFamily="34" charset="0"/>
                        </a:rPr>
                        <a:t> </a:t>
                      </a:r>
                    </a:p>
                  </a:txBody>
                  <a:tcPr marL="9525" marR="9525" marT="9523" marB="0" anchor="b">
                    <a:lnL>
                      <a:noFill/>
                    </a:lnL>
                    <a:lnR>
                      <a:noFill/>
                    </a:lnR>
                    <a:lnT w="12700" cap="flat" cmpd="sng" algn="ctr">
                      <a:solidFill>
                        <a:srgbClr val="7D532F"/>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fontAlgn="b"/>
                      <a:r>
                        <a:rPr lang="en-US" sz="1600" b="0" i="0" u="none" strike="noStrike" dirty="0">
                          <a:effectLst/>
                          <a:latin typeface="Calibri" panose="020F0502020204030204" pitchFamily="34" charset="0"/>
                        </a:rPr>
                        <a:t> </a:t>
                      </a:r>
                    </a:p>
                  </a:txBody>
                  <a:tcPr marL="9525" marR="9525" marT="9523" marB="0" anchor="b">
                    <a:lnL>
                      <a:noFill/>
                    </a:lnL>
                    <a:lnR>
                      <a:noFill/>
                    </a:lnR>
                    <a:lnT w="12700" cap="flat" cmpd="sng" algn="ctr">
                      <a:solidFill>
                        <a:srgbClr val="7D532F"/>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fontAlgn="b"/>
                      <a:r>
                        <a:rPr lang="en-US" sz="1600" b="0" i="0" u="none" strike="noStrike" dirty="0">
                          <a:effectLst/>
                          <a:latin typeface="Calibri" panose="020F0502020204030204" pitchFamily="34" charset="0"/>
                        </a:rPr>
                        <a:t> </a:t>
                      </a:r>
                    </a:p>
                  </a:txBody>
                  <a:tcPr marL="9525" marR="9525" marT="9523" marB="0" anchor="b">
                    <a:lnL>
                      <a:noFill/>
                    </a:lnL>
                    <a:lnR>
                      <a:noFill/>
                    </a:lnR>
                    <a:lnT w="12700" cap="flat" cmpd="sng" algn="ctr">
                      <a:solidFill>
                        <a:srgbClr val="7D532F"/>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l" fontAlgn="b"/>
                      <a:r>
                        <a:rPr lang="en-US" sz="1600" b="0" i="0" u="none" strike="noStrike" dirty="0">
                          <a:effectLst/>
                          <a:latin typeface="Calibri" panose="020F0502020204030204" pitchFamily="34" charset="0"/>
                        </a:rPr>
                        <a:t> </a:t>
                      </a:r>
                    </a:p>
                  </a:txBody>
                  <a:tcPr marL="9525" marR="9525" marT="9523" marB="0" anchor="b">
                    <a:lnL>
                      <a:noFill/>
                    </a:lnL>
                    <a:lnR>
                      <a:noFill/>
                    </a:lnR>
                    <a:lnT w="12700" cap="flat" cmpd="sng" algn="ctr">
                      <a:solidFill>
                        <a:srgbClr val="7D532F"/>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8252">
                <a:tc>
                  <a:txBody>
                    <a:bodyPr/>
                    <a:lstStyle/>
                    <a:p>
                      <a:pPr algn="l" fontAlgn="b"/>
                      <a:r>
                        <a:rPr lang="en-US" sz="1600" b="0" i="0" u="none" strike="noStrike" dirty="0">
                          <a:effectLst/>
                          <a:latin typeface="Calibri" panose="020F0502020204030204" pitchFamily="34" charset="0"/>
                        </a:rPr>
                        <a:t>Term SOFR Rate (-</a:t>
                      </a:r>
                      <a:r>
                        <a:rPr lang="en-US" sz="1600" b="0" i="0" u="none" strike="noStrike" baseline="0" dirty="0">
                          <a:effectLst/>
                          <a:latin typeface="Calibri" panose="020F0502020204030204" pitchFamily="34" charset="0"/>
                        </a:rPr>
                        <a:t>/+</a:t>
                      </a:r>
                      <a:r>
                        <a:rPr lang="en-US" sz="1600" b="0" i="0" u="none" strike="noStrike" dirty="0">
                          <a:effectLst/>
                          <a:latin typeface="Calibri" panose="020F0502020204030204" pitchFamily="34" charset="0"/>
                        </a:rPr>
                        <a:t>)</a:t>
                      </a:r>
                    </a:p>
                  </a:txBody>
                  <a:tcPr marL="9525" marR="9525" marT="9523" marB="0" anchor="b">
                    <a:lnL>
                      <a:noFill/>
                    </a:lnL>
                    <a:lnR>
                      <a:noFill/>
                    </a:lnR>
                    <a:lnT w="12700" cap="flat" cmpd="sng" algn="ctr">
                      <a:solidFill>
                        <a:srgbClr val="808080"/>
                      </a:solidFill>
                      <a:prstDash val="solid"/>
                      <a:round/>
                      <a:headEnd type="none" w="med" len="med"/>
                      <a:tailEnd type="none" w="med" len="med"/>
                    </a:lnT>
                    <a:lnB>
                      <a:noFill/>
                    </a:lnB>
                    <a:solidFill>
                      <a:srgbClr val="FFFFFF"/>
                    </a:solidFill>
                  </a:tcPr>
                </a:tc>
                <a:tc>
                  <a:txBody>
                    <a:bodyPr/>
                    <a:lstStyle/>
                    <a:p>
                      <a:pPr algn="ctr" rtl="0" fontAlgn="b"/>
                      <a:r>
                        <a:rPr lang="en-US" sz="1600" b="0" i="0" u="none" strike="noStrike" dirty="0">
                          <a:solidFill>
                            <a:srgbClr val="000000"/>
                          </a:solidFill>
                          <a:effectLst/>
                          <a:latin typeface="Calibri" panose="020F0502020204030204" pitchFamily="34" charset="0"/>
                        </a:rPr>
                        <a:t>0.00%</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FFFFFF"/>
                    </a:solidFill>
                  </a:tcPr>
                </a:tc>
                <a:tc>
                  <a:txBody>
                    <a:bodyPr/>
                    <a:lstStyle/>
                    <a:p>
                      <a:pPr algn="ctr" rtl="0" fontAlgn="b"/>
                      <a:r>
                        <a:rPr lang="en-US" sz="1600" b="0" i="0" u="none" strike="noStrike">
                          <a:solidFill>
                            <a:srgbClr val="000000"/>
                          </a:solidFill>
                          <a:effectLst/>
                          <a:latin typeface="Calibri" panose="020F0502020204030204" pitchFamily="34" charset="0"/>
                        </a:rPr>
                        <a:t>-0.02%</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FFFFFF"/>
                    </a:solidFill>
                  </a:tcPr>
                </a:tc>
                <a:tc>
                  <a:txBody>
                    <a:bodyPr/>
                    <a:lstStyle/>
                    <a:p>
                      <a:pPr algn="ctr" rtl="0" fontAlgn="b"/>
                      <a:r>
                        <a:rPr lang="en-US" sz="1600" b="0" i="0" u="none" strike="noStrike">
                          <a:solidFill>
                            <a:srgbClr val="000000"/>
                          </a:solidFill>
                          <a:effectLst/>
                          <a:latin typeface="Calibri" panose="020F0502020204030204" pitchFamily="34" charset="0"/>
                        </a:rPr>
                        <a:t>-0.04%</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FFFFFF"/>
                    </a:solidFill>
                  </a:tcPr>
                </a:tc>
                <a:tc>
                  <a:txBody>
                    <a:bodyPr/>
                    <a:lstStyle/>
                    <a:p>
                      <a:pPr algn="ctr" rtl="0" fontAlgn="b"/>
                      <a:r>
                        <a:rPr lang="en-US" sz="1600" b="0" i="0" u="none" strike="noStrike">
                          <a:solidFill>
                            <a:srgbClr val="000000"/>
                          </a:solidFill>
                          <a:effectLst/>
                          <a:latin typeface="Calibri" panose="020F0502020204030204" pitchFamily="34" charset="0"/>
                        </a:rPr>
                        <a:t>-1.04%</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FFFFFF"/>
                    </a:solidFill>
                  </a:tcPr>
                </a:tc>
                <a:tc>
                  <a:txBody>
                    <a:bodyPr/>
                    <a:lstStyle/>
                    <a:p>
                      <a:pPr algn="ctr" rtl="0" fontAlgn="b"/>
                      <a:r>
                        <a:rPr lang="en-US" sz="1600" b="0" i="0" u="none" strike="noStrike" dirty="0">
                          <a:solidFill>
                            <a:srgbClr val="000000"/>
                          </a:solidFill>
                          <a:effectLst/>
                          <a:latin typeface="Calibri" panose="020F0502020204030204" pitchFamily="34" charset="0"/>
                        </a:rPr>
                        <a:t>-2.04%</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2"/>
                  </a:ext>
                </a:extLst>
              </a:tr>
              <a:tr h="357287">
                <a:tc>
                  <a:txBody>
                    <a:bodyPr/>
                    <a:lstStyle/>
                    <a:p>
                      <a:pPr algn="l" fontAlgn="b"/>
                      <a:r>
                        <a:rPr lang="en-US" sz="1600" b="0" i="0" u="none" strike="noStrike" dirty="0">
                          <a:effectLst/>
                          <a:latin typeface="Calibri" panose="020F0502020204030204" pitchFamily="34" charset="0"/>
                        </a:rPr>
                        <a:t>Margin (-)</a:t>
                      </a:r>
                    </a:p>
                  </a:txBody>
                  <a:tcPr marL="9525" marR="9525" marT="9523" marB="0" anchor="b">
                    <a:lnL>
                      <a:noFill/>
                    </a:lnL>
                    <a:lnR>
                      <a:noFill/>
                    </a:lnR>
                    <a:lnT>
                      <a:noFill/>
                    </a:lnT>
                    <a:lnB>
                      <a:noFill/>
                    </a:lnB>
                    <a:solidFill>
                      <a:srgbClr val="FFFFFF"/>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Calibri" panose="020F0502020204030204" pitchFamily="34" charset="0"/>
                          <a:ea typeface="+mn-ea"/>
                          <a:cs typeface="+mn-cs"/>
                        </a:rPr>
                        <a:t>-</a:t>
                      </a:r>
                      <a:r>
                        <a:rPr lang="en-US" sz="1600" b="0" kern="1200" dirty="0">
                          <a:solidFill>
                            <a:schemeClr val="tx1">
                              <a:lumMod val="75000"/>
                              <a:lumOff val="25000"/>
                            </a:schemeClr>
                          </a:solidFill>
                          <a:latin typeface="+mn-lt"/>
                          <a:ea typeface="+mn-ea"/>
                          <a:cs typeface="+mn-cs"/>
                        </a:rPr>
                        <a:t>{{Adjustable Rate Spread}}</a:t>
                      </a:r>
                    </a:p>
                  </a:txBody>
                  <a:tcPr marL="9525" marR="9525" marT="9525" marB="0" anchor="b">
                    <a:lnL>
                      <a:noFill/>
                    </a:lnL>
                    <a:lnR>
                      <a:noFill/>
                    </a:lnR>
                    <a:lnT>
                      <a:noFill/>
                    </a:lnT>
                    <a:lnB>
                      <a:noFill/>
                    </a:lnB>
                    <a:solidFill>
                      <a:srgbClr val="FFFFFF"/>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a:t>
                      </a:r>
                      <a:r>
                        <a:rPr lang="en-US" sz="1600" b="0" kern="1200" dirty="0">
                          <a:solidFill>
                            <a:schemeClr val="tx1">
                              <a:lumMod val="75000"/>
                              <a:lumOff val="25000"/>
                            </a:schemeClr>
                          </a:solidFill>
                          <a:latin typeface="+mn-lt"/>
                          <a:ea typeface="+mn-ea"/>
                          <a:cs typeface="+mn-cs"/>
                        </a:rPr>
                        <a:t>{{Adjustable Rate Spread}}</a:t>
                      </a:r>
                    </a:p>
                  </a:txBody>
                  <a:tcPr marL="9525" marR="9525" marT="9525" marB="0" anchor="b">
                    <a:lnL>
                      <a:noFill/>
                    </a:lnL>
                    <a:lnR>
                      <a:noFill/>
                    </a:lnR>
                    <a:lnT>
                      <a:noFill/>
                    </a:lnT>
                    <a:lnB>
                      <a:noFill/>
                    </a:lnB>
                    <a:solidFill>
                      <a:srgbClr val="FFFFFF"/>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a:t>
                      </a:r>
                      <a:r>
                        <a:rPr lang="en-US" sz="1600" b="0" kern="1200" dirty="0">
                          <a:solidFill>
                            <a:schemeClr val="tx1">
                              <a:lumMod val="75000"/>
                              <a:lumOff val="25000"/>
                            </a:schemeClr>
                          </a:solidFill>
                          <a:latin typeface="+mn-lt"/>
                          <a:ea typeface="+mn-ea"/>
                          <a:cs typeface="+mn-cs"/>
                        </a:rPr>
                        <a:t>{{Adjustable Rate Spread}}</a:t>
                      </a:r>
                    </a:p>
                  </a:txBody>
                  <a:tcPr marL="9525" marR="9525" marT="9525" marB="0" anchor="b">
                    <a:lnL>
                      <a:noFill/>
                    </a:lnL>
                    <a:lnR>
                      <a:noFill/>
                    </a:lnR>
                    <a:lnT>
                      <a:noFill/>
                    </a:lnT>
                    <a:lnB>
                      <a:noFill/>
                    </a:lnB>
                    <a:solidFill>
                      <a:srgbClr val="FFFFFF"/>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a:t>
                      </a:r>
                      <a:r>
                        <a:rPr lang="en-US" sz="1600" b="0" kern="1200" dirty="0">
                          <a:solidFill>
                            <a:schemeClr val="tx1">
                              <a:lumMod val="75000"/>
                              <a:lumOff val="25000"/>
                            </a:schemeClr>
                          </a:solidFill>
                          <a:latin typeface="+mn-lt"/>
                          <a:ea typeface="+mn-ea"/>
                          <a:cs typeface="+mn-cs"/>
                        </a:rPr>
                        <a:t>{{Adjustable Rate Spread}}</a:t>
                      </a:r>
                    </a:p>
                  </a:txBody>
                  <a:tcPr marL="9525" marR="9525" marT="9525" marB="0" anchor="b">
                    <a:lnL>
                      <a:noFill/>
                    </a:lnL>
                    <a:lnR>
                      <a:noFill/>
                    </a:lnR>
                    <a:lnT>
                      <a:noFill/>
                    </a:lnT>
                    <a:lnB>
                      <a:noFill/>
                    </a:lnB>
                    <a:solidFill>
                      <a:srgbClr val="FFFFFF"/>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a:t>
                      </a:r>
                      <a:r>
                        <a:rPr lang="en-US" sz="1600" b="0" kern="1200" dirty="0">
                          <a:solidFill>
                            <a:schemeClr val="tx1">
                              <a:lumMod val="75000"/>
                              <a:lumOff val="25000"/>
                            </a:schemeClr>
                          </a:solidFill>
                          <a:latin typeface="+mn-lt"/>
                          <a:ea typeface="+mn-ea"/>
                          <a:cs typeface="+mn-cs"/>
                        </a:rPr>
                        <a:t>{{Adjustable Rate </a:t>
                      </a:r>
                      <a:r>
                        <a:rPr lang="en-US" sz="1600" b="0" kern="1200">
                          <a:solidFill>
                            <a:schemeClr val="tx1">
                              <a:lumMod val="75000"/>
                              <a:lumOff val="25000"/>
                            </a:schemeClr>
                          </a:solidFill>
                          <a:latin typeface="+mn-lt"/>
                          <a:ea typeface="+mn-ea"/>
                          <a:cs typeface="+mn-cs"/>
                        </a:rPr>
                        <a:t>Spread}}</a:t>
                      </a:r>
                      <a:endParaRPr lang="en-US" sz="1600" b="0" kern="1200" dirty="0">
                        <a:solidFill>
                          <a:schemeClr val="tx1">
                            <a:lumMod val="75000"/>
                            <a:lumOff val="25000"/>
                          </a:schemeClr>
                        </a:solidFill>
                        <a:latin typeface="+mn-lt"/>
                        <a:ea typeface="+mn-ea"/>
                        <a:cs typeface="+mn-cs"/>
                      </a:endParaRPr>
                    </a:p>
                  </a:txBody>
                  <a:tcPr marL="9525" marR="9525" marT="9525" marB="0" anchor="b">
                    <a:lnL>
                      <a:noFill/>
                    </a:lnL>
                    <a:lnR>
                      <a:noFill/>
                    </a:lnR>
                    <a:lnT>
                      <a:noFill/>
                    </a:lnT>
                    <a:lnB>
                      <a:noFill/>
                    </a:lnB>
                    <a:solidFill>
                      <a:srgbClr val="FFFFFF"/>
                    </a:solidFill>
                  </a:tcPr>
                </a:tc>
                <a:extLst>
                  <a:ext uri="{0D108BD9-81ED-4DB2-BD59-A6C34878D82A}">
                    <a16:rowId xmlns:a16="http://schemas.microsoft.com/office/drawing/2014/main" val="10003"/>
                  </a:ext>
                </a:extLst>
              </a:tr>
              <a:tr h="378304">
                <a:tc>
                  <a:txBody>
                    <a:bodyPr/>
                    <a:lstStyle/>
                    <a:p>
                      <a:pPr algn="l" fontAlgn="b"/>
                      <a:r>
                        <a:rPr lang="en-US" sz="1600" b="0" i="0" u="none" strike="noStrike" dirty="0">
                          <a:effectLst/>
                          <a:latin typeface="Calibri" panose="020F0502020204030204" pitchFamily="34" charset="0"/>
                        </a:rPr>
                        <a:t>Actual Loan Rate (-)</a:t>
                      </a:r>
                    </a:p>
                  </a:txBody>
                  <a:tcPr marL="9525" marR="9525" marT="9523" marB="0" anchor="b">
                    <a:lnL>
                      <a:noFill/>
                    </a:lnL>
                    <a:lnR>
                      <a:noFill/>
                    </a:lnR>
                    <a:lnT>
                      <a:noFill/>
                    </a:lnT>
                    <a:lnB w="12700" cap="flat" cmpd="sng" algn="ctr">
                      <a:solidFill>
                        <a:srgbClr val="808080"/>
                      </a:solidFill>
                      <a:prstDash val="solid"/>
                      <a:round/>
                      <a:headEnd type="none" w="med" len="med"/>
                      <a:tailEnd type="none" w="med" len="med"/>
                    </a:lnB>
                    <a:solidFill>
                      <a:srgbClr val="B8CCE4"/>
                    </a:solidFill>
                  </a:tcPr>
                </a:tc>
                <a:tc>
                  <a:txBody>
                    <a:bodyPr/>
                    <a:lstStyle/>
                    <a:p>
                      <a:pPr algn="ctr" rtl="0" fontAlgn="b"/>
                      <a:r>
                        <a:rPr lang="en-US" sz="1600" b="0" i="0" u="none" strike="noStrike">
                          <a:solidFill>
                            <a:srgbClr val="000000"/>
                          </a:solidFill>
                          <a:effectLst/>
                          <a:latin typeface="Calibri" panose="020F0502020204030204" pitchFamily="34" charset="0"/>
                        </a:rPr>
                        <a:t>-1.81%</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B8CCE4"/>
                    </a:solidFill>
                  </a:tcPr>
                </a:tc>
                <a:tc>
                  <a:txBody>
                    <a:bodyPr/>
                    <a:lstStyle/>
                    <a:p>
                      <a:pPr algn="ctr" rtl="0" fontAlgn="b"/>
                      <a:r>
                        <a:rPr lang="en-US" sz="1600" b="0" i="0" u="none" strike="noStrike">
                          <a:solidFill>
                            <a:srgbClr val="000000"/>
                          </a:solidFill>
                          <a:effectLst/>
                          <a:latin typeface="Calibri" panose="020F0502020204030204" pitchFamily="34" charset="0"/>
                        </a:rPr>
                        <a:t>-1.83%</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B8CCE4"/>
                    </a:solidFill>
                  </a:tcPr>
                </a:tc>
                <a:tc>
                  <a:txBody>
                    <a:bodyPr/>
                    <a:lstStyle/>
                    <a:p>
                      <a:pPr algn="ctr" rtl="0" fontAlgn="b"/>
                      <a:r>
                        <a:rPr lang="en-US" sz="1600" b="0" i="0" u="none" strike="noStrike" dirty="0">
                          <a:solidFill>
                            <a:srgbClr val="000000"/>
                          </a:solidFill>
                          <a:effectLst/>
                          <a:latin typeface="Calibri" panose="020F0502020204030204" pitchFamily="34" charset="0"/>
                        </a:rPr>
                        <a:t>-1.85%</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B8CCE4"/>
                    </a:solidFill>
                  </a:tcPr>
                </a:tc>
                <a:tc>
                  <a:txBody>
                    <a:bodyPr/>
                    <a:lstStyle/>
                    <a:p>
                      <a:pPr algn="ctr" rtl="0" fontAlgn="b"/>
                      <a:r>
                        <a:rPr lang="en-US" sz="1600" b="0" i="0" u="none" strike="noStrike">
                          <a:solidFill>
                            <a:srgbClr val="000000"/>
                          </a:solidFill>
                          <a:effectLst/>
                          <a:latin typeface="Calibri" panose="020F0502020204030204" pitchFamily="34" charset="0"/>
                        </a:rPr>
                        <a:t>-2.85%</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B8CCE4"/>
                    </a:solidFill>
                  </a:tcPr>
                </a:tc>
                <a:tc>
                  <a:txBody>
                    <a:bodyPr/>
                    <a:lstStyle/>
                    <a:p>
                      <a:pPr algn="ctr" rtl="0" fontAlgn="b"/>
                      <a:r>
                        <a:rPr lang="en-US" sz="1600" b="0" i="0" u="none" strike="noStrike">
                          <a:solidFill>
                            <a:srgbClr val="000000"/>
                          </a:solidFill>
                          <a:effectLst/>
                          <a:latin typeface="Calibri" panose="020F0502020204030204" pitchFamily="34" charset="0"/>
                        </a:rPr>
                        <a:t>-3.85%</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B8CCE4"/>
                    </a:solidFill>
                  </a:tcPr>
                </a:tc>
                <a:extLst>
                  <a:ext uri="{0D108BD9-81ED-4DB2-BD59-A6C34878D82A}">
                    <a16:rowId xmlns:a16="http://schemas.microsoft.com/office/drawing/2014/main" val="10004"/>
                  </a:ext>
                </a:extLst>
              </a:tr>
              <a:tr h="462370">
                <a:tc>
                  <a:txBody>
                    <a:bodyPr/>
                    <a:lstStyle/>
                    <a:p>
                      <a:pPr algn="l" fontAlgn="b"/>
                      <a:r>
                        <a:rPr lang="en-US" sz="1600" b="1" i="0" u="none" strike="noStrike" dirty="0">
                          <a:effectLst/>
                          <a:latin typeface="Calibri" panose="020F0502020204030204" pitchFamily="34" charset="0"/>
                        </a:rPr>
                        <a:t>SWAP</a:t>
                      </a:r>
                    </a:p>
                  </a:txBody>
                  <a:tcPr marL="9525" marR="9525" marT="9523" marB="0" anchor="b">
                    <a:lnL>
                      <a:noFill/>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7287">
                <a:tc>
                  <a:txBody>
                    <a:bodyPr/>
                    <a:lstStyle/>
                    <a:p>
                      <a:pPr algn="l" fontAlgn="b"/>
                      <a:r>
                        <a:rPr lang="en-US" sz="1600" b="0" i="0" u="none" strike="noStrike" dirty="0">
                          <a:effectLst/>
                          <a:latin typeface="Calibri" panose="020F0502020204030204" pitchFamily="34" charset="0"/>
                        </a:rPr>
                        <a:t>Term SOFR Rate + Loan Margin (+)</a:t>
                      </a:r>
                    </a:p>
                  </a:txBody>
                  <a:tcPr marL="9525" marR="9525" marT="9523" marB="0" anchor="b">
                    <a:lnL>
                      <a:noFill/>
                    </a:lnL>
                    <a:lnR>
                      <a:noFill/>
                    </a:lnR>
                    <a:lnT w="12700" cap="flat" cmpd="sng" algn="ctr">
                      <a:solidFill>
                        <a:srgbClr val="808080"/>
                      </a:solidFill>
                      <a:prstDash val="solid"/>
                      <a:round/>
                      <a:headEnd type="none" w="med" len="med"/>
                      <a:tailEnd type="none" w="med" len="med"/>
                    </a:lnT>
                    <a:lnB>
                      <a:noFill/>
                    </a:lnB>
                    <a:solidFill>
                      <a:srgbClr val="FFFFFF"/>
                    </a:solidFill>
                  </a:tcPr>
                </a:tc>
                <a:tc>
                  <a:txBody>
                    <a:bodyPr/>
                    <a:lstStyle/>
                    <a:p>
                      <a:pPr algn="ctr" rtl="0" fontAlgn="b"/>
                      <a:r>
                        <a:rPr lang="en-US" sz="1600" b="0" i="0" u="none" strike="noStrike" dirty="0">
                          <a:solidFill>
                            <a:srgbClr val="000000"/>
                          </a:solidFill>
                          <a:effectLst/>
                          <a:latin typeface="Calibri" panose="020F0502020204030204" pitchFamily="34" charset="0"/>
                        </a:rPr>
                        <a:t>+1.81%</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FFFFFF"/>
                    </a:solidFill>
                  </a:tcPr>
                </a:tc>
                <a:tc>
                  <a:txBody>
                    <a:bodyPr/>
                    <a:lstStyle/>
                    <a:p>
                      <a:pPr algn="ctr" rtl="0" fontAlgn="b"/>
                      <a:r>
                        <a:rPr lang="en-US" sz="1600" b="0" i="0" u="none" strike="noStrike" dirty="0">
                          <a:solidFill>
                            <a:srgbClr val="000000"/>
                          </a:solidFill>
                          <a:effectLst/>
                          <a:latin typeface="Calibri" panose="020F0502020204030204" pitchFamily="34" charset="0"/>
                        </a:rPr>
                        <a:t>+1.83%</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FFFFFF"/>
                    </a:solidFill>
                  </a:tcPr>
                </a:tc>
                <a:tc>
                  <a:txBody>
                    <a:bodyPr/>
                    <a:lstStyle/>
                    <a:p>
                      <a:pPr algn="ctr" rtl="0" fontAlgn="b"/>
                      <a:r>
                        <a:rPr lang="en-US" sz="1600" b="0" i="0" u="none" strike="noStrike" dirty="0">
                          <a:solidFill>
                            <a:srgbClr val="000000"/>
                          </a:solidFill>
                          <a:effectLst/>
                          <a:latin typeface="Calibri" panose="020F0502020204030204" pitchFamily="34" charset="0"/>
                        </a:rPr>
                        <a:t>+1.85%</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FFFFFF"/>
                    </a:solidFill>
                  </a:tcPr>
                </a:tc>
                <a:tc>
                  <a:txBody>
                    <a:bodyPr/>
                    <a:lstStyle/>
                    <a:p>
                      <a:pPr algn="ctr" rtl="0" fontAlgn="b"/>
                      <a:r>
                        <a:rPr lang="en-US" sz="1600" b="0" i="0" u="none" strike="noStrike" dirty="0">
                          <a:solidFill>
                            <a:srgbClr val="000000"/>
                          </a:solidFill>
                          <a:effectLst/>
                          <a:latin typeface="Calibri" panose="020F0502020204030204" pitchFamily="34" charset="0"/>
                        </a:rPr>
                        <a:t>+2.85%</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FFFFFF"/>
                    </a:solidFill>
                  </a:tcPr>
                </a:tc>
                <a:tc>
                  <a:txBody>
                    <a:bodyPr/>
                    <a:lstStyle/>
                    <a:p>
                      <a:pPr algn="ctr" rtl="0" fontAlgn="b"/>
                      <a:r>
                        <a:rPr lang="en-US" sz="1600" b="0" i="0" u="none" strike="noStrike" dirty="0">
                          <a:solidFill>
                            <a:srgbClr val="000000"/>
                          </a:solidFill>
                          <a:effectLst/>
                          <a:latin typeface="Calibri" panose="020F0502020204030204" pitchFamily="34" charset="0"/>
                        </a:rPr>
                        <a:t>+3.85%</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6"/>
                  </a:ext>
                </a:extLst>
              </a:tr>
              <a:tr h="357287">
                <a:tc>
                  <a:txBody>
                    <a:bodyPr/>
                    <a:lstStyle/>
                    <a:p>
                      <a:pPr algn="l" fontAlgn="b"/>
                      <a:r>
                        <a:rPr lang="en-US" sz="1600" b="0" i="0" u="none" strike="noStrike" dirty="0">
                          <a:effectLst/>
                          <a:latin typeface="Calibri" panose="020F0502020204030204" pitchFamily="34" charset="0"/>
                        </a:rPr>
                        <a:t>Fixed Swap Rate (-)</a:t>
                      </a:r>
                    </a:p>
                  </a:txBody>
                  <a:tcPr marL="9525" marR="9525" marT="9523" marB="0" anchor="b">
                    <a:lnL>
                      <a:noFill/>
                    </a:lnL>
                    <a:lnR>
                      <a:noFill/>
                    </a:lnR>
                    <a:lnT>
                      <a:noFill/>
                    </a:lnT>
                    <a:lnB>
                      <a:noFill/>
                    </a:lnB>
                    <a:solidFill>
                      <a:srgbClr val="FFFFFF"/>
                    </a:solidFill>
                  </a:tcPr>
                </a:tc>
                <a:tc>
                  <a:txBody>
                    <a:bodyPr/>
                    <a:lstStyle/>
                    <a:p>
                      <a:pPr algn="ctr" rtl="0" fontAlgn="b"/>
                      <a:r>
                        <a:rPr lang="en-US" sz="1600" b="0" i="0" u="none" strike="noStrike" dirty="0">
                          <a:solidFill>
                            <a:srgbClr val="000000"/>
                          </a:solidFill>
                          <a:effectLst/>
                          <a:latin typeface="Calibri" panose="020F0502020204030204" pitchFamily="34" charset="0"/>
                        </a:rPr>
                        <a:t>-3.27%</a:t>
                      </a:r>
                    </a:p>
                  </a:txBody>
                  <a:tcPr marL="9525" marR="9525" marT="9525" marB="0" anchor="b">
                    <a:lnL>
                      <a:noFill/>
                    </a:lnL>
                    <a:lnR>
                      <a:noFill/>
                    </a:lnR>
                    <a:lnT>
                      <a:noFill/>
                    </a:lnT>
                    <a:lnB>
                      <a:noFill/>
                    </a:lnB>
                    <a:solidFill>
                      <a:srgbClr val="FFFFFF"/>
                    </a:solidFill>
                  </a:tcPr>
                </a:tc>
                <a:tc>
                  <a:txBody>
                    <a:bodyPr/>
                    <a:lstStyle/>
                    <a:p>
                      <a:pPr algn="ctr" rtl="0" fontAlgn="b"/>
                      <a:r>
                        <a:rPr lang="en-US" sz="1600" b="0" i="0" u="none" strike="noStrike" dirty="0">
                          <a:solidFill>
                            <a:srgbClr val="000000"/>
                          </a:solidFill>
                          <a:effectLst/>
                          <a:latin typeface="Calibri" panose="020F0502020204030204" pitchFamily="34" charset="0"/>
                        </a:rPr>
                        <a:t>-3.27%</a:t>
                      </a:r>
                    </a:p>
                  </a:txBody>
                  <a:tcPr marL="9525" marR="9525" marT="9525" marB="0" anchor="b">
                    <a:lnL>
                      <a:noFill/>
                    </a:lnL>
                    <a:lnR>
                      <a:noFill/>
                    </a:lnR>
                    <a:lnT>
                      <a:noFill/>
                    </a:lnT>
                    <a:lnB>
                      <a:noFill/>
                    </a:lnB>
                    <a:solidFill>
                      <a:srgbClr val="FFFFFF"/>
                    </a:solidFill>
                  </a:tcPr>
                </a:tc>
                <a:tc>
                  <a:txBody>
                    <a:bodyPr/>
                    <a:lstStyle/>
                    <a:p>
                      <a:pPr algn="ctr" rtl="0" fontAlgn="b"/>
                      <a:r>
                        <a:rPr lang="en-US" sz="1600" b="0" i="0" u="none" strike="noStrike" dirty="0">
                          <a:solidFill>
                            <a:srgbClr val="000000"/>
                          </a:solidFill>
                          <a:effectLst/>
                          <a:latin typeface="Calibri" panose="020F0502020204030204" pitchFamily="34" charset="0"/>
                        </a:rPr>
                        <a:t>-3.27%</a:t>
                      </a:r>
                    </a:p>
                  </a:txBody>
                  <a:tcPr marL="9525" marR="9525" marT="9525" marB="0" anchor="b">
                    <a:lnL>
                      <a:noFill/>
                    </a:lnL>
                    <a:lnR>
                      <a:noFill/>
                    </a:lnR>
                    <a:lnT>
                      <a:noFill/>
                    </a:lnT>
                    <a:lnB>
                      <a:noFill/>
                    </a:lnB>
                    <a:solidFill>
                      <a:srgbClr val="FFFFFF"/>
                    </a:solidFill>
                  </a:tcPr>
                </a:tc>
                <a:tc>
                  <a:txBody>
                    <a:bodyPr/>
                    <a:lstStyle/>
                    <a:p>
                      <a:pPr algn="ctr" rtl="0" fontAlgn="b"/>
                      <a:r>
                        <a:rPr lang="en-US" sz="1600" b="0" i="0" u="none" strike="noStrike" dirty="0">
                          <a:solidFill>
                            <a:srgbClr val="000000"/>
                          </a:solidFill>
                          <a:effectLst/>
                          <a:latin typeface="Calibri" panose="020F0502020204030204" pitchFamily="34" charset="0"/>
                        </a:rPr>
                        <a:t>-3.27%</a:t>
                      </a:r>
                    </a:p>
                  </a:txBody>
                  <a:tcPr marL="9525" marR="9525" marT="9525" marB="0" anchor="b">
                    <a:lnL>
                      <a:noFill/>
                    </a:lnL>
                    <a:lnR>
                      <a:noFill/>
                    </a:lnR>
                    <a:lnT>
                      <a:noFill/>
                    </a:lnT>
                    <a:lnB>
                      <a:noFill/>
                    </a:lnB>
                    <a:solidFill>
                      <a:srgbClr val="FFFFFF"/>
                    </a:solidFill>
                  </a:tcPr>
                </a:tc>
                <a:tc>
                  <a:txBody>
                    <a:bodyPr/>
                    <a:lstStyle/>
                    <a:p>
                      <a:pPr algn="ctr" rtl="0" fontAlgn="b"/>
                      <a:r>
                        <a:rPr lang="en-US" sz="1600" b="0" i="0" u="none" strike="noStrike" dirty="0">
                          <a:solidFill>
                            <a:srgbClr val="000000"/>
                          </a:solidFill>
                          <a:effectLst/>
                          <a:latin typeface="Calibri" panose="020F0502020204030204" pitchFamily="34" charset="0"/>
                        </a:rPr>
                        <a:t>-3.27%</a:t>
                      </a:r>
                    </a:p>
                  </a:txBody>
                  <a:tcPr marL="9525" marR="9525" marT="9525" marB="0" anchor="b">
                    <a:lnL>
                      <a:noFill/>
                    </a:lnL>
                    <a:lnR>
                      <a:noFill/>
                    </a:lnR>
                    <a:lnT>
                      <a:noFill/>
                    </a:lnT>
                    <a:lnB>
                      <a:noFill/>
                    </a:lnB>
                    <a:solidFill>
                      <a:srgbClr val="FFFFFF"/>
                    </a:solidFill>
                  </a:tcPr>
                </a:tc>
                <a:extLst>
                  <a:ext uri="{0D108BD9-81ED-4DB2-BD59-A6C34878D82A}">
                    <a16:rowId xmlns:a16="http://schemas.microsoft.com/office/drawing/2014/main" val="10007"/>
                  </a:ext>
                </a:extLst>
              </a:tr>
              <a:tr h="378304">
                <a:tc>
                  <a:txBody>
                    <a:bodyPr/>
                    <a:lstStyle/>
                    <a:p>
                      <a:pPr algn="l" fontAlgn="b"/>
                      <a:r>
                        <a:rPr lang="en-US" sz="1600" b="0" i="0" u="none" strike="noStrike" dirty="0">
                          <a:effectLst/>
                          <a:latin typeface="Calibri" panose="020F0502020204030204" pitchFamily="34" charset="0"/>
                        </a:rPr>
                        <a:t>Net Swap Difference (-/+)</a:t>
                      </a:r>
                    </a:p>
                  </a:txBody>
                  <a:tcPr marL="9525" marR="9525" marT="9523" marB="0" anchor="b">
                    <a:lnL>
                      <a:noFill/>
                    </a:lnL>
                    <a:lnR>
                      <a:noFill/>
                    </a:lnR>
                    <a:lnT>
                      <a:noFill/>
                    </a:lnT>
                    <a:lnB w="12700" cap="flat" cmpd="sng" algn="ctr">
                      <a:solidFill>
                        <a:srgbClr val="808080"/>
                      </a:solidFill>
                      <a:prstDash val="solid"/>
                      <a:round/>
                      <a:headEnd type="none" w="med" len="med"/>
                      <a:tailEnd type="none" w="med" len="med"/>
                    </a:lnB>
                    <a:solidFill>
                      <a:srgbClr val="7D532F"/>
                    </a:solidFill>
                  </a:tcPr>
                </a:tc>
                <a:tc>
                  <a:txBody>
                    <a:bodyPr/>
                    <a:lstStyle/>
                    <a:p>
                      <a:pPr algn="ctr" rtl="0" fontAlgn="b"/>
                      <a:r>
                        <a:rPr lang="en-US" sz="1600" b="0" i="0" u="none" strike="noStrike" dirty="0">
                          <a:solidFill>
                            <a:srgbClr val="000000"/>
                          </a:solidFill>
                          <a:effectLst/>
                          <a:latin typeface="Calibri" panose="020F0502020204030204" pitchFamily="34" charset="0"/>
                        </a:rPr>
                        <a:t>-1.46%</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7D532F"/>
                    </a:solidFill>
                  </a:tcPr>
                </a:tc>
                <a:tc>
                  <a:txBody>
                    <a:bodyPr/>
                    <a:lstStyle/>
                    <a:p>
                      <a:pPr algn="ctr" rtl="0" fontAlgn="b"/>
                      <a:r>
                        <a:rPr lang="en-US" sz="1600" b="0" i="0" u="none" strike="noStrike" dirty="0">
                          <a:solidFill>
                            <a:srgbClr val="000000"/>
                          </a:solidFill>
                          <a:effectLst/>
                          <a:latin typeface="Calibri" panose="020F0502020204030204" pitchFamily="34" charset="0"/>
                        </a:rPr>
                        <a:t>-1.44%</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7D532F"/>
                    </a:solidFill>
                  </a:tcPr>
                </a:tc>
                <a:tc>
                  <a:txBody>
                    <a:bodyPr/>
                    <a:lstStyle/>
                    <a:p>
                      <a:pPr algn="ctr" rtl="0" fontAlgn="b"/>
                      <a:r>
                        <a:rPr lang="en-US" sz="1600" b="0" i="0" u="none" strike="noStrike" dirty="0">
                          <a:solidFill>
                            <a:srgbClr val="000000"/>
                          </a:solidFill>
                          <a:effectLst/>
                          <a:latin typeface="Calibri" panose="020F0502020204030204" pitchFamily="34" charset="0"/>
                        </a:rPr>
                        <a:t>-1.42%</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7D532F"/>
                    </a:solidFill>
                  </a:tcPr>
                </a:tc>
                <a:tc>
                  <a:txBody>
                    <a:bodyPr/>
                    <a:lstStyle/>
                    <a:p>
                      <a:pPr algn="ctr" rtl="0" fontAlgn="b"/>
                      <a:r>
                        <a:rPr lang="en-US" sz="1600" b="0" i="0" u="none" strike="noStrike" dirty="0">
                          <a:solidFill>
                            <a:srgbClr val="000000"/>
                          </a:solidFill>
                          <a:effectLst/>
                          <a:latin typeface="Calibri" panose="020F0502020204030204" pitchFamily="34" charset="0"/>
                        </a:rPr>
                        <a:t>-0.42%</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7D532F"/>
                    </a:solidFill>
                  </a:tcPr>
                </a:tc>
                <a:tc>
                  <a:txBody>
                    <a:bodyPr/>
                    <a:lstStyle/>
                    <a:p>
                      <a:pPr algn="ctr" rtl="0" fontAlgn="b"/>
                      <a:r>
                        <a:rPr lang="en-US" sz="1600" b="0" i="0" u="none" strike="noStrike" dirty="0">
                          <a:solidFill>
                            <a:srgbClr val="000000"/>
                          </a:solidFill>
                          <a:effectLst/>
                          <a:latin typeface="Calibri" panose="020F0502020204030204" pitchFamily="34" charset="0"/>
                        </a:rPr>
                        <a:t>+0.58%</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7D532F"/>
                    </a:solidFill>
                  </a:tcPr>
                </a:tc>
                <a:extLst>
                  <a:ext uri="{0D108BD9-81ED-4DB2-BD59-A6C34878D82A}">
                    <a16:rowId xmlns:a16="http://schemas.microsoft.com/office/drawing/2014/main" val="10008"/>
                  </a:ext>
                </a:extLst>
              </a:tr>
              <a:tr h="462370">
                <a:tc>
                  <a:txBody>
                    <a:bodyPr/>
                    <a:lstStyle/>
                    <a:p>
                      <a:pPr algn="l" fontAlgn="b"/>
                      <a:r>
                        <a:rPr lang="en-US" sz="1600" b="1" i="0" u="none" strike="noStrike" dirty="0">
                          <a:effectLst/>
                          <a:latin typeface="Calibri" panose="020F0502020204030204" pitchFamily="34" charset="0"/>
                        </a:rPr>
                        <a:t>COMBINATION</a:t>
                      </a:r>
                    </a:p>
                  </a:txBody>
                  <a:tcPr marL="9525" marR="9525" marT="9523" marB="0" anchor="b">
                    <a:lnL>
                      <a:noFill/>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0" i="0" u="none" strike="noStrike" dirty="0">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17433">
                <a:tc>
                  <a:txBody>
                    <a:bodyPr/>
                    <a:lstStyle/>
                    <a:p>
                      <a:pPr algn="l" fontAlgn="b"/>
                      <a:r>
                        <a:rPr lang="en-US" sz="1600" b="0" i="0" u="none" strike="noStrike">
                          <a:effectLst/>
                          <a:latin typeface="Calibri" panose="020F0502020204030204" pitchFamily="34" charset="0"/>
                        </a:rPr>
                        <a:t>Actual Loan Rate </a:t>
                      </a:r>
                    </a:p>
                  </a:txBody>
                  <a:tcPr marL="9525" marR="9525" marT="9523" marB="0" anchor="b">
                    <a:lnL>
                      <a:noFill/>
                    </a:lnL>
                    <a:lnR>
                      <a:noFill/>
                    </a:lnR>
                    <a:lnT w="12700" cap="flat" cmpd="sng" algn="ctr">
                      <a:solidFill>
                        <a:srgbClr val="808080"/>
                      </a:solidFill>
                      <a:prstDash val="solid"/>
                      <a:round/>
                      <a:headEnd type="none" w="med" len="med"/>
                      <a:tailEnd type="none" w="med" len="med"/>
                    </a:lnT>
                    <a:lnB>
                      <a:noFill/>
                    </a:lnB>
                    <a:solidFill>
                      <a:srgbClr val="B8CCE4"/>
                    </a:solidFill>
                  </a:tcPr>
                </a:tc>
                <a:tc>
                  <a:txBody>
                    <a:bodyPr/>
                    <a:lstStyle/>
                    <a:p>
                      <a:pPr algn="ctr" rtl="0" fontAlgn="b"/>
                      <a:r>
                        <a:rPr lang="en-US" sz="1600" b="0" i="0" u="none" strike="noStrike" dirty="0">
                          <a:solidFill>
                            <a:srgbClr val="000000"/>
                          </a:solidFill>
                          <a:effectLst/>
                          <a:latin typeface="Calibri" panose="020F0502020204030204" pitchFamily="34" charset="0"/>
                        </a:rPr>
                        <a:t>-1.81%</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B8CCE4"/>
                    </a:solidFill>
                  </a:tcPr>
                </a:tc>
                <a:tc>
                  <a:txBody>
                    <a:bodyPr/>
                    <a:lstStyle/>
                    <a:p>
                      <a:pPr algn="ctr" rtl="0" fontAlgn="b"/>
                      <a:r>
                        <a:rPr lang="en-US" sz="1600" b="0" i="0" u="none" strike="noStrike">
                          <a:solidFill>
                            <a:srgbClr val="000000"/>
                          </a:solidFill>
                          <a:effectLst/>
                          <a:latin typeface="Calibri" panose="020F0502020204030204" pitchFamily="34" charset="0"/>
                        </a:rPr>
                        <a:t>-1.83%</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B8CCE4"/>
                    </a:solidFill>
                  </a:tcPr>
                </a:tc>
                <a:tc>
                  <a:txBody>
                    <a:bodyPr/>
                    <a:lstStyle/>
                    <a:p>
                      <a:pPr algn="ctr" rtl="0" fontAlgn="b"/>
                      <a:r>
                        <a:rPr lang="en-US" sz="1600" b="0" i="0" u="none" strike="noStrike">
                          <a:solidFill>
                            <a:srgbClr val="000000"/>
                          </a:solidFill>
                          <a:effectLst/>
                          <a:latin typeface="Calibri" panose="020F0502020204030204" pitchFamily="34" charset="0"/>
                        </a:rPr>
                        <a:t>-1.85%</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B8CCE4"/>
                    </a:solidFill>
                  </a:tcPr>
                </a:tc>
                <a:tc>
                  <a:txBody>
                    <a:bodyPr/>
                    <a:lstStyle/>
                    <a:p>
                      <a:pPr algn="ctr" rtl="0" fontAlgn="b"/>
                      <a:r>
                        <a:rPr lang="en-US" sz="1600" b="0" i="0" u="none" strike="noStrike">
                          <a:solidFill>
                            <a:srgbClr val="000000"/>
                          </a:solidFill>
                          <a:effectLst/>
                          <a:latin typeface="Calibri" panose="020F0502020204030204" pitchFamily="34" charset="0"/>
                        </a:rPr>
                        <a:t>-2.85%</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B8CCE4"/>
                    </a:solidFill>
                  </a:tcPr>
                </a:tc>
                <a:tc>
                  <a:txBody>
                    <a:bodyPr/>
                    <a:lstStyle/>
                    <a:p>
                      <a:pPr algn="ctr" rtl="0" fontAlgn="b"/>
                      <a:r>
                        <a:rPr lang="en-US" sz="1600" b="0" i="0" u="none" strike="noStrike" dirty="0">
                          <a:solidFill>
                            <a:srgbClr val="000000"/>
                          </a:solidFill>
                          <a:effectLst/>
                          <a:latin typeface="Calibri" panose="020F0502020204030204" pitchFamily="34" charset="0"/>
                        </a:rPr>
                        <a:t>-3.85%</a:t>
                      </a:r>
                    </a:p>
                  </a:txBody>
                  <a:tcPr marL="9525" marR="9525" marT="9525" marB="0" anchor="b">
                    <a:lnL>
                      <a:noFill/>
                    </a:lnL>
                    <a:lnR>
                      <a:noFill/>
                    </a:lnR>
                    <a:lnT w="12700" cap="flat" cmpd="sng" algn="ctr">
                      <a:solidFill>
                        <a:srgbClr val="808080"/>
                      </a:solidFill>
                      <a:prstDash val="solid"/>
                      <a:round/>
                      <a:headEnd type="none" w="med" len="med"/>
                      <a:tailEnd type="none" w="med" len="med"/>
                    </a:lnT>
                    <a:lnB>
                      <a:noFill/>
                    </a:lnB>
                    <a:solidFill>
                      <a:srgbClr val="B8CCE4"/>
                    </a:solidFill>
                  </a:tcPr>
                </a:tc>
                <a:extLst>
                  <a:ext uri="{0D108BD9-81ED-4DB2-BD59-A6C34878D82A}">
                    <a16:rowId xmlns:a16="http://schemas.microsoft.com/office/drawing/2014/main" val="10010"/>
                  </a:ext>
                </a:extLst>
              </a:tr>
              <a:tr h="357287">
                <a:tc>
                  <a:txBody>
                    <a:bodyPr/>
                    <a:lstStyle/>
                    <a:p>
                      <a:pPr algn="l" fontAlgn="b"/>
                      <a:r>
                        <a:rPr lang="en-US" sz="1600" b="0" i="0" u="none" strike="noStrike" dirty="0">
                          <a:effectLst/>
                          <a:latin typeface="Calibri" panose="020F0502020204030204" pitchFamily="34" charset="0"/>
                        </a:rPr>
                        <a:t>Net Swap Difference (-/+)</a:t>
                      </a:r>
                    </a:p>
                  </a:txBody>
                  <a:tcPr marL="9525" marR="9525" marT="9523" marB="0" anchor="b">
                    <a:lnL>
                      <a:noFill/>
                    </a:lnL>
                    <a:lnR>
                      <a:noFill/>
                    </a:lnR>
                    <a:lnT>
                      <a:noFill/>
                    </a:lnT>
                    <a:lnB>
                      <a:noFill/>
                    </a:lnB>
                    <a:solidFill>
                      <a:srgbClr val="7D532F"/>
                    </a:solidFill>
                  </a:tcPr>
                </a:tc>
                <a:tc>
                  <a:txBody>
                    <a:bodyPr/>
                    <a:lstStyle/>
                    <a:p>
                      <a:pPr algn="ctr" rtl="0" fontAlgn="b"/>
                      <a:r>
                        <a:rPr lang="en-US" sz="1600" b="0" i="0" u="none" strike="noStrike" dirty="0">
                          <a:solidFill>
                            <a:srgbClr val="000000"/>
                          </a:solidFill>
                          <a:effectLst/>
                          <a:latin typeface="Calibri" panose="020F0502020204030204" pitchFamily="34" charset="0"/>
                        </a:rPr>
                        <a:t>-1.46%</a:t>
                      </a:r>
                    </a:p>
                  </a:txBody>
                  <a:tcPr marL="9525" marR="9525" marT="9525" marB="0" anchor="b">
                    <a:lnL>
                      <a:noFill/>
                    </a:lnL>
                    <a:lnR>
                      <a:noFill/>
                    </a:lnR>
                    <a:lnT>
                      <a:noFill/>
                    </a:lnT>
                    <a:lnB>
                      <a:noFill/>
                    </a:lnB>
                    <a:solidFill>
                      <a:srgbClr val="7D532F"/>
                    </a:solidFill>
                  </a:tcPr>
                </a:tc>
                <a:tc>
                  <a:txBody>
                    <a:bodyPr/>
                    <a:lstStyle/>
                    <a:p>
                      <a:pPr algn="ctr" rtl="0" fontAlgn="b"/>
                      <a:r>
                        <a:rPr lang="en-US" sz="1600" b="0" i="0" u="none" strike="noStrike" dirty="0">
                          <a:solidFill>
                            <a:srgbClr val="000000"/>
                          </a:solidFill>
                          <a:effectLst/>
                          <a:latin typeface="Calibri" panose="020F0502020204030204" pitchFamily="34" charset="0"/>
                        </a:rPr>
                        <a:t>-1.44%</a:t>
                      </a:r>
                    </a:p>
                  </a:txBody>
                  <a:tcPr marL="9525" marR="9525" marT="9525" marB="0" anchor="b">
                    <a:lnL>
                      <a:noFill/>
                    </a:lnL>
                    <a:lnR>
                      <a:noFill/>
                    </a:lnR>
                    <a:lnT>
                      <a:noFill/>
                    </a:lnT>
                    <a:lnB>
                      <a:noFill/>
                    </a:lnB>
                    <a:solidFill>
                      <a:srgbClr val="7D532F"/>
                    </a:solidFill>
                  </a:tcPr>
                </a:tc>
                <a:tc>
                  <a:txBody>
                    <a:bodyPr/>
                    <a:lstStyle/>
                    <a:p>
                      <a:pPr algn="ctr" rtl="0" fontAlgn="b"/>
                      <a:r>
                        <a:rPr lang="en-US" sz="1600" b="0" i="0" u="none" strike="noStrike" dirty="0">
                          <a:solidFill>
                            <a:srgbClr val="000000"/>
                          </a:solidFill>
                          <a:effectLst/>
                          <a:latin typeface="Calibri" panose="020F0502020204030204" pitchFamily="34" charset="0"/>
                        </a:rPr>
                        <a:t>-1.42%</a:t>
                      </a:r>
                    </a:p>
                  </a:txBody>
                  <a:tcPr marL="9525" marR="9525" marT="9525" marB="0" anchor="b">
                    <a:lnL>
                      <a:noFill/>
                    </a:lnL>
                    <a:lnR>
                      <a:noFill/>
                    </a:lnR>
                    <a:lnT>
                      <a:noFill/>
                    </a:lnT>
                    <a:lnB>
                      <a:noFill/>
                    </a:lnB>
                    <a:solidFill>
                      <a:srgbClr val="7D532F"/>
                    </a:solidFill>
                  </a:tcPr>
                </a:tc>
                <a:tc>
                  <a:txBody>
                    <a:bodyPr/>
                    <a:lstStyle/>
                    <a:p>
                      <a:pPr algn="ctr" rtl="0" fontAlgn="b"/>
                      <a:r>
                        <a:rPr lang="en-US" sz="1600" b="0" i="0" u="none" strike="noStrike" dirty="0">
                          <a:solidFill>
                            <a:srgbClr val="000000"/>
                          </a:solidFill>
                          <a:effectLst/>
                          <a:latin typeface="Calibri" panose="020F0502020204030204" pitchFamily="34" charset="0"/>
                        </a:rPr>
                        <a:t>-0.42%</a:t>
                      </a:r>
                    </a:p>
                  </a:txBody>
                  <a:tcPr marL="9525" marR="9525" marT="9525" marB="0" anchor="b">
                    <a:lnL>
                      <a:noFill/>
                    </a:lnL>
                    <a:lnR>
                      <a:noFill/>
                    </a:lnR>
                    <a:lnT>
                      <a:noFill/>
                    </a:lnT>
                    <a:lnB>
                      <a:noFill/>
                    </a:lnB>
                    <a:solidFill>
                      <a:srgbClr val="7D532F"/>
                    </a:solidFill>
                  </a:tcPr>
                </a:tc>
                <a:tc>
                  <a:txBody>
                    <a:bodyPr/>
                    <a:lstStyle/>
                    <a:p>
                      <a:pPr algn="ctr" rtl="0" fontAlgn="b"/>
                      <a:r>
                        <a:rPr lang="en-US" sz="1600" b="0" i="0" u="none" strike="noStrike" dirty="0">
                          <a:solidFill>
                            <a:srgbClr val="000000"/>
                          </a:solidFill>
                          <a:effectLst/>
                          <a:latin typeface="Calibri" panose="020F0502020204030204" pitchFamily="34" charset="0"/>
                        </a:rPr>
                        <a:t>0.58%</a:t>
                      </a:r>
                    </a:p>
                  </a:txBody>
                  <a:tcPr marL="9525" marR="9525" marT="9525" marB="0" anchor="b">
                    <a:lnL>
                      <a:noFill/>
                    </a:lnL>
                    <a:lnR>
                      <a:noFill/>
                    </a:lnR>
                    <a:lnT>
                      <a:noFill/>
                    </a:lnT>
                    <a:lnB>
                      <a:noFill/>
                    </a:lnB>
                    <a:solidFill>
                      <a:srgbClr val="7D532F"/>
                    </a:solidFill>
                  </a:tcPr>
                </a:tc>
                <a:extLst>
                  <a:ext uri="{0D108BD9-81ED-4DB2-BD59-A6C34878D82A}">
                    <a16:rowId xmlns:a16="http://schemas.microsoft.com/office/drawing/2014/main" val="10011"/>
                  </a:ext>
                </a:extLst>
              </a:tr>
              <a:tr h="378304">
                <a:tc>
                  <a:txBody>
                    <a:bodyPr/>
                    <a:lstStyle/>
                    <a:p>
                      <a:pPr algn="l" fontAlgn="b"/>
                      <a:r>
                        <a:rPr lang="en-US" sz="1600" b="1" i="0" u="none" strike="noStrike" dirty="0">
                          <a:effectLst/>
                          <a:latin typeface="Calibri" panose="020F0502020204030204" pitchFamily="34" charset="0"/>
                        </a:rPr>
                        <a:t>"All-in" Rate</a:t>
                      </a:r>
                    </a:p>
                  </a:txBody>
                  <a:tcPr marL="9525" marR="9525" marT="9523" marB="0" anchor="b">
                    <a:lnL>
                      <a:noFill/>
                    </a:lnL>
                    <a:lnR>
                      <a:noFill/>
                    </a:lnR>
                    <a:lnT>
                      <a:noFill/>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1" i="0" u="none" strike="noStrike" dirty="0">
                          <a:solidFill>
                            <a:srgbClr val="000000"/>
                          </a:solidFill>
                          <a:effectLst/>
                          <a:latin typeface="Calibri" panose="020F0502020204030204" pitchFamily="34" charset="0"/>
                        </a:rPr>
                        <a:t>-3.27%</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1" i="0" u="none" strike="noStrike">
                          <a:solidFill>
                            <a:srgbClr val="000000"/>
                          </a:solidFill>
                          <a:effectLst/>
                          <a:latin typeface="Calibri" panose="020F0502020204030204" pitchFamily="34" charset="0"/>
                        </a:rPr>
                        <a:t>-3.27%</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1" i="0" u="none" strike="noStrike">
                          <a:solidFill>
                            <a:srgbClr val="000000"/>
                          </a:solidFill>
                          <a:effectLst/>
                          <a:latin typeface="Calibri" panose="020F0502020204030204" pitchFamily="34" charset="0"/>
                        </a:rPr>
                        <a:t>-3.27%</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1" i="0" u="none" strike="noStrike">
                          <a:solidFill>
                            <a:srgbClr val="000000"/>
                          </a:solidFill>
                          <a:effectLst/>
                          <a:latin typeface="Calibri" panose="020F0502020204030204" pitchFamily="34" charset="0"/>
                        </a:rPr>
                        <a:t>-3.27%</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FFFFFF"/>
                    </a:solidFill>
                  </a:tcPr>
                </a:tc>
                <a:tc>
                  <a:txBody>
                    <a:bodyPr/>
                    <a:lstStyle/>
                    <a:p>
                      <a:pPr algn="ctr" rtl="0" fontAlgn="b"/>
                      <a:r>
                        <a:rPr lang="en-US" sz="1600" b="1" i="0" u="none" strike="noStrike" dirty="0">
                          <a:solidFill>
                            <a:srgbClr val="000000"/>
                          </a:solidFill>
                          <a:effectLst/>
                          <a:latin typeface="Calibri" panose="020F0502020204030204" pitchFamily="34" charset="0"/>
                        </a:rPr>
                        <a:t>-3.27%</a:t>
                      </a:r>
                    </a:p>
                  </a:txBody>
                  <a:tcPr marL="9525" marR="9525" marT="9525" marB="0" anchor="b">
                    <a:lnL>
                      <a:noFill/>
                    </a:lnL>
                    <a:lnR>
                      <a:noFill/>
                    </a:lnR>
                    <a:lnT>
                      <a:noFill/>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3" name="TextBox 2">
            <a:extLst>
              <a:ext uri="{FF2B5EF4-FFF2-40B4-BE49-F238E27FC236}">
                <a16:creationId xmlns:a16="http://schemas.microsoft.com/office/drawing/2014/main" id="{F794CA17-47B1-FA5A-3785-2B3A5640FF5F}"/>
              </a:ext>
            </a:extLst>
          </p:cNvPr>
          <p:cNvSpPr txBox="1"/>
          <p:nvPr/>
        </p:nvSpPr>
        <p:spPr>
          <a:xfrm>
            <a:off x="649288" y="6400800"/>
            <a:ext cx="8716962" cy="731838"/>
          </a:xfrm>
          <a:prstGeom prst="rect">
            <a:avLst/>
          </a:prstGeom>
          <a:noFill/>
        </p:spPr>
        <p:txBody>
          <a:bodyPr lIns="0" tIns="0" rIns="0" bIns="0"/>
          <a:lstStyle/>
          <a:p>
            <a:pPr defTabSz="914400">
              <a:lnSpc>
                <a:spcPct val="90000"/>
              </a:lnSpc>
              <a:spcBef>
                <a:spcPts val="500"/>
              </a:spcBef>
              <a:defRPr/>
            </a:pPr>
            <a:r>
              <a:rPr lang="en-US" sz="1600" dirty="0">
                <a:solidFill>
                  <a:schemeClr val="tx1">
                    <a:lumMod val="75000"/>
                    <a:lumOff val="25000"/>
                  </a:schemeClr>
                </a:solidFill>
              </a:rPr>
              <a:t>Please consult with your Relationship Manager and loan documents to determine whether they provide for a “floor” (the lowest recognized value for the index rate) or if the index rate in your loan and swap transaction could have a negative value.</a:t>
            </a:r>
          </a:p>
          <a:p>
            <a:pPr defTabSz="914400">
              <a:lnSpc>
                <a:spcPct val="90000"/>
              </a:lnSpc>
              <a:spcBef>
                <a:spcPts val="500"/>
              </a:spcBef>
              <a:defRPr/>
            </a:pPr>
            <a:endParaRPr lang="en-US" sz="1600" dirty="0" err="1">
              <a:solidFill>
                <a:schemeClr val="tx1">
                  <a:lumMod val="75000"/>
                  <a:lumOff val="25000"/>
                </a:schemeClr>
              </a:solidFill>
              <a:latin typeface="Calibri Light" panose="020F0302020204030204" pitchFamily="34" charset="0"/>
            </a:endParaRPr>
          </a:p>
        </p:txBody>
      </p:sp>
      <p:graphicFrame>
        <p:nvGraphicFramePr>
          <p:cNvPr id="2" name="Table 1">
            <a:extLst>
              <a:ext uri="{FF2B5EF4-FFF2-40B4-BE49-F238E27FC236}">
                <a16:creationId xmlns:a16="http://schemas.microsoft.com/office/drawing/2014/main" id="{4B533C70-85C3-4B4D-891B-A8B9189B1568}"/>
              </a:ext>
            </a:extLst>
          </p:cNvPr>
          <p:cNvGraphicFramePr>
            <a:graphicFrameLocks noGrp="1"/>
          </p:cNvGraphicFramePr>
          <p:nvPr>
            <p:extLst>
              <p:ext uri="{D42A27DB-BD31-4B8C-83A1-F6EECF244321}">
                <p14:modId xmlns:p14="http://schemas.microsoft.com/office/powerpoint/2010/main" val="2700292803"/>
              </p:ext>
            </p:extLst>
          </p:nvPr>
        </p:nvGraphicFramePr>
        <p:xfrm>
          <a:off x="649289" y="1198179"/>
          <a:ext cx="8776012" cy="365760"/>
        </p:xfrm>
        <a:graphic>
          <a:graphicData uri="http://schemas.openxmlformats.org/drawingml/2006/table">
            <a:tbl>
              <a:tblPr/>
              <a:tblGrid>
                <a:gridCol w="8776012">
                  <a:extLst>
                    <a:ext uri="{9D8B030D-6E8A-4147-A177-3AD203B41FA5}">
                      <a16:colId xmlns:a16="http://schemas.microsoft.com/office/drawing/2014/main" val="45772019"/>
                    </a:ext>
                  </a:extLst>
                </a:gridCol>
              </a:tblGrid>
              <a:tr h="0">
                <a:tc>
                  <a:txBody>
                    <a:bodyPr/>
                    <a:lstStyle/>
                    <a:p>
                      <a:endParaRPr lang="en-US" dirty="0"/>
                    </a:p>
                  </a:txBody>
                  <a:tcPr>
                    <a:lnL w="12700" cmpd="sng">
                      <a:solidFill>
                        <a:srgbClr val="7D532F"/>
                      </a:solidFill>
                      <a:prstDash val="solid"/>
                    </a:lnL>
                    <a:lnR w="12700" cmpd="sng">
                      <a:solidFill>
                        <a:srgbClr val="7D532F"/>
                      </a:solidFill>
                      <a:prstDash val="solid"/>
                    </a:lnR>
                    <a:lnT w="12700" cmpd="sng">
                      <a:solidFill>
                        <a:srgbClr val="7D532F"/>
                      </a:solidFill>
                      <a:prstDash val="solid"/>
                    </a:lnT>
                    <a:lnB w="12700" cmpd="sng">
                      <a:solidFill>
                        <a:srgbClr val="7D532F"/>
                      </a:solidFill>
                      <a:prstDash val="solid"/>
                    </a:lnB>
                  </a:tcPr>
                </a:tc>
                <a:extLst>
                  <a:ext uri="{0D108BD9-81ED-4DB2-BD59-A6C34878D82A}">
                    <a16:rowId xmlns:a16="http://schemas.microsoft.com/office/drawing/2014/main" val="237349391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63E67F2D-7C2A-13B4-0A0F-CAE978599E79}"/>
              </a:ext>
            </a:extLst>
          </p:cNvPr>
          <p:cNvSpPr>
            <a:spLocks noGrp="1"/>
          </p:cNvSpPr>
          <p:nvPr>
            <p:ph type="title"/>
          </p:nvPr>
        </p:nvSpPr>
        <p:spPr>
          <a:xfrm>
            <a:off x="576263" y="306388"/>
            <a:ext cx="8674100" cy="685800"/>
          </a:xfrm>
        </p:spPr>
        <p:txBody>
          <a:bodyPr/>
          <a:lstStyle/>
          <a:p>
            <a:pPr eaLnBrk="1" hangingPunct="1"/>
            <a:r>
              <a:rPr lang="en-US" altLang="en-US" dirty="0">
                <a:solidFill>
                  <a:srgbClr val="7D532F"/>
                </a:solidFill>
              </a:rPr>
              <a:t>Early Termination Concerns </a:t>
            </a:r>
          </a:p>
        </p:txBody>
      </p:sp>
      <p:sp>
        <p:nvSpPr>
          <p:cNvPr id="60419" name="Slide Number Placeholder 8">
            <a:extLst>
              <a:ext uri="{FF2B5EF4-FFF2-40B4-BE49-F238E27FC236}">
                <a16:creationId xmlns:a16="http://schemas.microsoft.com/office/drawing/2014/main" id="{357878F5-C55A-F7D0-6F9F-2BA9A4805624}"/>
              </a:ext>
            </a:extLst>
          </p:cNvPr>
          <p:cNvSpPr>
            <a:spLocks noGrp="1" noChangeArrowheads="1"/>
          </p:cNvSpPr>
          <p:nvPr>
            <p:ph type="sldNum" sz="quarter" idx="17"/>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E19C8AB-D93A-4CA5-BA65-76FB5EE30F40}" type="slidenum">
              <a:rPr lang="en-US" altLang="en-US"/>
              <a:pPr/>
              <a:t>9</a:t>
            </a:fld>
            <a:endParaRPr lang="en-US" altLang="en-US"/>
          </a:p>
        </p:txBody>
      </p:sp>
      <p:sp>
        <p:nvSpPr>
          <p:cNvPr id="60420" name="Content Placeholder 2">
            <a:extLst>
              <a:ext uri="{FF2B5EF4-FFF2-40B4-BE49-F238E27FC236}">
                <a16:creationId xmlns:a16="http://schemas.microsoft.com/office/drawing/2014/main" id="{76B21F0D-4E5F-5B7E-A1CE-0AA1B1570759}"/>
              </a:ext>
            </a:extLst>
          </p:cNvPr>
          <p:cNvSpPr>
            <a:spLocks noGrp="1"/>
          </p:cNvSpPr>
          <p:nvPr>
            <p:ph sz="quarter" idx="15"/>
          </p:nvPr>
        </p:nvSpPr>
        <p:spPr>
          <a:xfrm>
            <a:off x="576263" y="800100"/>
            <a:ext cx="3224212" cy="3327400"/>
          </a:xfrm>
        </p:spPr>
        <p:txBody>
          <a:bodyPr/>
          <a:lstStyle/>
          <a:p>
            <a:pPr eaLnBrk="1" hangingPunct="1"/>
            <a:r>
              <a:rPr lang="en-US" altLang="en-US" sz="1400" dirty="0">
                <a:solidFill>
                  <a:schemeClr val="tx1"/>
                </a:solidFill>
              </a:rPr>
              <a:t>SOFR</a:t>
            </a:r>
            <a:r>
              <a:rPr lang="en-US" altLang="en-US" sz="1400" dirty="0">
                <a:solidFill>
                  <a:srgbClr val="B818A1"/>
                </a:solidFill>
              </a:rPr>
              <a:t> </a:t>
            </a:r>
            <a:r>
              <a:rPr lang="en-US" altLang="en-US" sz="1400" dirty="0">
                <a:solidFill>
                  <a:srgbClr val="7D532F"/>
                </a:solidFill>
              </a:rPr>
              <a:t>Loan Transaction</a:t>
            </a:r>
          </a:p>
          <a:p>
            <a:pPr lvl="2" eaLnBrk="1" hangingPunct="1">
              <a:spcBef>
                <a:spcPts val="300"/>
              </a:spcBef>
              <a:buClr>
                <a:srgbClr val="7D532F"/>
              </a:buClr>
            </a:pPr>
            <a:r>
              <a:rPr lang="en-US" altLang="en-US" sz="1400" dirty="0"/>
              <a:t>Please consult with your local Relationship Manager and loan documents for any prepayment fees.</a:t>
            </a:r>
          </a:p>
        </p:txBody>
      </p:sp>
      <p:graphicFrame>
        <p:nvGraphicFramePr>
          <p:cNvPr id="11" name="Table 10">
            <a:extLst>
              <a:ext uri="{FF2B5EF4-FFF2-40B4-BE49-F238E27FC236}">
                <a16:creationId xmlns:a16="http://schemas.microsoft.com/office/drawing/2014/main" id="{C4EE92F9-8B0B-675E-7D44-DCD0B45F7FEA}"/>
              </a:ext>
            </a:extLst>
          </p:cNvPr>
          <p:cNvGraphicFramePr>
            <a:graphicFrameLocks noGrp="1"/>
          </p:cNvGraphicFramePr>
          <p:nvPr>
            <p:extLst>
              <p:ext uri="{D42A27DB-BD31-4B8C-83A1-F6EECF244321}">
                <p14:modId xmlns:p14="http://schemas.microsoft.com/office/powerpoint/2010/main" val="3366399556"/>
              </p:ext>
            </p:extLst>
          </p:nvPr>
        </p:nvGraphicFramePr>
        <p:xfrm>
          <a:off x="681037" y="5130030"/>
          <a:ext cx="8693150" cy="2290383"/>
        </p:xfrm>
        <a:graphic>
          <a:graphicData uri="http://schemas.openxmlformats.org/drawingml/2006/table">
            <a:tbl>
              <a:tblPr/>
              <a:tblGrid>
                <a:gridCol w="1632874">
                  <a:extLst>
                    <a:ext uri="{9D8B030D-6E8A-4147-A177-3AD203B41FA5}">
                      <a16:colId xmlns:a16="http://schemas.microsoft.com/office/drawing/2014/main" val="20000"/>
                    </a:ext>
                  </a:extLst>
                </a:gridCol>
                <a:gridCol w="1244364">
                  <a:extLst>
                    <a:ext uri="{9D8B030D-6E8A-4147-A177-3AD203B41FA5}">
                      <a16:colId xmlns:a16="http://schemas.microsoft.com/office/drawing/2014/main" val="20001"/>
                    </a:ext>
                  </a:extLst>
                </a:gridCol>
                <a:gridCol w="1356413">
                  <a:extLst>
                    <a:ext uri="{9D8B030D-6E8A-4147-A177-3AD203B41FA5}">
                      <a16:colId xmlns:a16="http://schemas.microsoft.com/office/drawing/2014/main" val="20002"/>
                    </a:ext>
                  </a:extLst>
                </a:gridCol>
                <a:gridCol w="1507124">
                  <a:extLst>
                    <a:ext uri="{9D8B030D-6E8A-4147-A177-3AD203B41FA5}">
                      <a16:colId xmlns:a16="http://schemas.microsoft.com/office/drawing/2014/main" val="20003"/>
                    </a:ext>
                  </a:extLst>
                </a:gridCol>
                <a:gridCol w="1507124">
                  <a:extLst>
                    <a:ext uri="{9D8B030D-6E8A-4147-A177-3AD203B41FA5}">
                      <a16:colId xmlns:a16="http://schemas.microsoft.com/office/drawing/2014/main" val="20004"/>
                    </a:ext>
                  </a:extLst>
                </a:gridCol>
                <a:gridCol w="1445251">
                  <a:extLst>
                    <a:ext uri="{9D8B030D-6E8A-4147-A177-3AD203B41FA5}">
                      <a16:colId xmlns:a16="http://schemas.microsoft.com/office/drawing/2014/main" val="20005"/>
                    </a:ext>
                  </a:extLst>
                </a:gridCol>
              </a:tblGrid>
              <a:tr h="289537">
                <a:tc gridSpan="6">
                  <a:txBody>
                    <a:bodyPr/>
                    <a:lstStyle/>
                    <a:p>
                      <a:pPr marL="0" indent="0" algn="l" defTabSz="914400" rtl="0" eaLnBrk="1" fontAlgn="b" latinLnBrk="0" hangingPunct="1">
                        <a:lnSpc>
                          <a:spcPct val="110000"/>
                        </a:lnSpc>
                        <a:spcBef>
                          <a:spcPts val="1000"/>
                        </a:spcBef>
                        <a:buFont typeface="Arial" panose="020B0604020202020204" pitchFamily="34" charset="0"/>
                        <a:buNone/>
                      </a:pPr>
                      <a:r>
                        <a:rPr lang="en-US" sz="1400" b="1" kern="1200" dirty="0">
                          <a:solidFill>
                            <a:srgbClr val="7D532F"/>
                          </a:solidFill>
                          <a:latin typeface="+mj-lt"/>
                          <a:ea typeface="+mn-ea"/>
                          <a:cs typeface="Arial" pitchFamily="34" charset="0"/>
                        </a:rPr>
                        <a:t>Replacement Swap Rate on Termination Date vs. Contracted Swap Rate (based on a {{Loan Amount}} </a:t>
                      </a:r>
                      <a:r>
                        <a:rPr lang="en-US" sz="1400" b="1" kern="1200" baseline="0" dirty="0">
                          <a:solidFill>
                            <a:srgbClr val="7D532F"/>
                          </a:solidFill>
                          <a:latin typeface="+mj-lt"/>
                          <a:ea typeface="+mn-ea"/>
                          <a:cs typeface="Arial" pitchFamily="34" charset="0"/>
                        </a:rPr>
                        <a:t>{{Swap Term}}</a:t>
                      </a:r>
                      <a:r>
                        <a:rPr lang="en-US" sz="1400" b="1" kern="1200" dirty="0">
                          <a:solidFill>
                            <a:srgbClr val="7D532F"/>
                          </a:solidFill>
                          <a:latin typeface="+mj-lt"/>
                          <a:ea typeface="+mn-ea"/>
                          <a:cs typeface="Arial" pitchFamily="34" charset="0"/>
                        </a:rPr>
                        <a:t>x{{Amortization}} </a:t>
                      </a:r>
                      <a:r>
                        <a:rPr lang="en-US" sz="1400" b="1" kern="1200" baseline="0" dirty="0">
                          <a:solidFill>
                            <a:srgbClr val="7D532F"/>
                          </a:solidFill>
                          <a:latin typeface="+mj-lt"/>
                          <a:ea typeface="+mn-ea"/>
                          <a:cs typeface="Arial" pitchFamily="34" charset="0"/>
                        </a:rPr>
                        <a:t>swap</a:t>
                      </a:r>
                      <a:r>
                        <a:rPr lang="en-US" sz="1400" b="1" kern="1200" dirty="0">
                          <a:solidFill>
                            <a:srgbClr val="7D532F"/>
                          </a:solidFill>
                          <a:latin typeface="+mj-lt"/>
                          <a:ea typeface="+mn-ea"/>
                          <a:cs typeface="Arial" pitchFamily="34" charset="0"/>
                        </a:rPr>
                        <a:t> at {{Swap Rate}}</a:t>
                      </a:r>
                      <a:endParaRPr lang="en-US" sz="1200" b="1" kern="1200" dirty="0">
                        <a:solidFill>
                          <a:srgbClr val="7D532F"/>
                        </a:solidFill>
                        <a:latin typeface="+mj-lt"/>
                        <a:ea typeface="+mn-ea"/>
                        <a:cs typeface="Arial" pitchFamily="34" charset="0"/>
                      </a:endParaRPr>
                    </a:p>
                  </a:txBody>
                  <a:tcPr marL="0" marR="0" marT="27422" marB="2742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7D532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89537">
                <a:tc gridSpan="6">
                  <a:txBody>
                    <a:bodyPr/>
                    <a:lstStyle/>
                    <a:p>
                      <a:pPr algn="ctr" fontAlgn="b">
                        <a:lnSpc>
                          <a:spcPct val="110000"/>
                        </a:lnSpc>
                      </a:pPr>
                      <a:r>
                        <a:rPr lang="en-US" sz="1400" b="1" i="0" u="none" strike="noStrike" dirty="0">
                          <a:solidFill>
                            <a:schemeClr val="tx1">
                              <a:lumMod val="75000"/>
                              <a:lumOff val="25000"/>
                            </a:schemeClr>
                          </a:solidFill>
                          <a:effectLst/>
                          <a:latin typeface="+mj-lt"/>
                          <a:cs typeface="Arial" pitchFamily="34" charset="0"/>
                        </a:rPr>
                        <a:t>Replacement Swap Rate</a:t>
                      </a:r>
                    </a:p>
                  </a:txBody>
                  <a:tcPr marL="0" marR="0" marT="27422" marB="2742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7D532F"/>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b">
                        <a:lnSpc>
                          <a:spcPct val="110000"/>
                        </a:lnSpc>
                      </a:pPr>
                      <a:endParaRPr lang="en-US" sz="1200" b="1" i="0" u="none" strike="noStrike" dirty="0">
                        <a:solidFill>
                          <a:schemeClr val="tx1">
                            <a:lumMod val="75000"/>
                            <a:lumOff val="25000"/>
                          </a:schemeClr>
                        </a:solidFill>
                        <a:effectLst/>
                        <a:latin typeface="+mj-lt"/>
                        <a:cs typeface="Arial" pitchFamily="34" charset="0"/>
                      </a:endParaRPr>
                    </a:p>
                  </a:txBody>
                  <a:tcPr marL="0" marR="0" marT="27432" marB="27432"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89537">
                <a:tc>
                  <a:txBody>
                    <a:bodyPr/>
                    <a:lstStyle/>
                    <a:p>
                      <a:pPr algn="l" fontAlgn="b">
                        <a:lnSpc>
                          <a:spcPct val="110000"/>
                        </a:lnSpc>
                      </a:pPr>
                      <a:r>
                        <a:rPr lang="en-US" sz="1400" b="0" i="0" u="none" strike="noStrike" dirty="0">
                          <a:solidFill>
                            <a:schemeClr val="tx1">
                              <a:lumMod val="75000"/>
                              <a:lumOff val="25000"/>
                            </a:schemeClr>
                          </a:solidFill>
                          <a:effectLst/>
                          <a:latin typeface="+mj-lt"/>
                          <a:cs typeface="Arial" pitchFamily="34" charset="0"/>
                        </a:rPr>
                        <a:t>Remaining Term</a:t>
                      </a:r>
                    </a:p>
                  </a:txBody>
                  <a:tcPr marL="0" marR="0" marT="27422" marB="2742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dirty="0">
                          <a:solidFill>
                            <a:srgbClr val="404040"/>
                          </a:solidFill>
                          <a:effectLst/>
                          <a:latin typeface="Calibri Light" panose="020F0302020204030204" pitchFamily="34" charset="0"/>
                        </a:rPr>
                        <a:t>3.27%</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dirty="0">
                          <a:solidFill>
                            <a:srgbClr val="404040"/>
                          </a:solidFill>
                          <a:effectLst/>
                          <a:latin typeface="Calibri Light" panose="020F0302020204030204" pitchFamily="34" charset="0"/>
                        </a:rPr>
                        <a:t>2.77%</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dirty="0">
                          <a:solidFill>
                            <a:srgbClr val="404040"/>
                          </a:solidFill>
                          <a:effectLst/>
                          <a:latin typeface="Calibri Light" panose="020F0302020204030204" pitchFamily="34" charset="0"/>
                        </a:rPr>
                        <a:t>{{Swap Rate}}</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dirty="0">
                          <a:solidFill>
                            <a:srgbClr val="404040"/>
                          </a:solidFill>
                          <a:effectLst/>
                          <a:latin typeface="Calibri Light" panose="020F0302020204030204" pitchFamily="34" charset="0"/>
                        </a:rPr>
                        <a:t>3.77%</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dirty="0">
                          <a:solidFill>
                            <a:srgbClr val="404040"/>
                          </a:solidFill>
                          <a:effectLst/>
                          <a:latin typeface="Calibri Light" panose="020F0302020204030204" pitchFamily="34" charset="0"/>
                        </a:rPr>
                        <a:t>4.27%</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9537">
                <a:tc>
                  <a:txBody>
                    <a:bodyPr/>
                    <a:lstStyle/>
                    <a:p>
                      <a:pPr algn="l" fontAlgn="b">
                        <a:lnSpc>
                          <a:spcPct val="110000"/>
                        </a:lnSpc>
                      </a:pPr>
                      <a:r>
                        <a:rPr lang="en-US" sz="1400" b="0" i="0" u="none" strike="noStrike" dirty="0">
                          <a:solidFill>
                            <a:schemeClr val="tx1">
                              <a:lumMod val="75000"/>
                              <a:lumOff val="25000"/>
                            </a:schemeClr>
                          </a:solidFill>
                          <a:effectLst/>
                          <a:latin typeface="+mj-lt"/>
                          <a:cs typeface="Arial" pitchFamily="34" charset="0"/>
                        </a:rPr>
                        <a:t>7 years</a:t>
                      </a:r>
                    </a:p>
                  </a:txBody>
                  <a:tcPr marL="0" marR="0" marT="27422" marB="2742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dirty="0">
                          <a:solidFill>
                            <a:srgbClr val="FF0000"/>
                          </a:solidFill>
                          <a:effectLst/>
                          <a:latin typeface="Calibri Light" panose="020F0302020204030204" pitchFamily="34" charset="0"/>
                        </a:rPr>
                        <a:t>($78,991)</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a:solidFill>
                            <a:srgbClr val="FF0000"/>
                          </a:solidFill>
                          <a:effectLst/>
                          <a:latin typeface="Calibri Light" panose="020F0302020204030204" pitchFamily="34" charset="0"/>
                        </a:rPr>
                        <a:t>($39,198)</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dirty="0">
                          <a:solidFill>
                            <a:srgbClr val="404040"/>
                          </a:solidFill>
                          <a:effectLst/>
                          <a:latin typeface="Calibri Light" panose="020F0302020204030204" pitchFamily="34" charset="0"/>
                        </a:rPr>
                        <a:t>$0 </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a:solidFill>
                            <a:srgbClr val="00915A"/>
                          </a:solidFill>
                          <a:effectLst/>
                          <a:latin typeface="Calibri Light" panose="020F0302020204030204" pitchFamily="34" charset="0"/>
                        </a:rPr>
                        <a:t>$38,614 </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a:solidFill>
                            <a:srgbClr val="00915A"/>
                          </a:solidFill>
                          <a:effectLst/>
                          <a:latin typeface="Calibri Light" panose="020F0302020204030204" pitchFamily="34" charset="0"/>
                        </a:rPr>
                        <a:t>$76,652 </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9537">
                <a:tc>
                  <a:txBody>
                    <a:bodyPr/>
                    <a:lstStyle/>
                    <a:p>
                      <a:pPr algn="l" fontAlgn="b">
                        <a:lnSpc>
                          <a:spcPct val="110000"/>
                        </a:lnSpc>
                      </a:pPr>
                      <a:r>
                        <a:rPr lang="en-US" sz="1400" b="0" i="0" u="none" strike="noStrike" baseline="0" dirty="0">
                          <a:solidFill>
                            <a:schemeClr val="tx1">
                              <a:lumMod val="75000"/>
                              <a:lumOff val="25000"/>
                            </a:schemeClr>
                          </a:solidFill>
                          <a:effectLst/>
                          <a:latin typeface="+mj-lt"/>
                          <a:cs typeface="Arial" pitchFamily="34" charset="0"/>
                        </a:rPr>
                        <a:t>5 years</a:t>
                      </a:r>
                      <a:endParaRPr lang="en-US" sz="1400" b="0" i="0" u="none" strike="noStrike" dirty="0">
                        <a:solidFill>
                          <a:schemeClr val="tx1">
                            <a:lumMod val="75000"/>
                            <a:lumOff val="25000"/>
                          </a:schemeClr>
                        </a:solidFill>
                        <a:effectLst/>
                        <a:latin typeface="+mj-lt"/>
                        <a:cs typeface="Arial" pitchFamily="34" charset="0"/>
                      </a:endParaRPr>
                    </a:p>
                  </a:txBody>
                  <a:tcPr marL="0" marR="0" marT="27422" marB="2742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a:solidFill>
                            <a:srgbClr val="FF0000"/>
                          </a:solidFill>
                          <a:effectLst/>
                          <a:latin typeface="Calibri Light" panose="020F0302020204030204" pitchFamily="34" charset="0"/>
                        </a:rPr>
                        <a:t>($51,975)</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a:solidFill>
                            <a:srgbClr val="FF0000"/>
                          </a:solidFill>
                          <a:effectLst/>
                          <a:latin typeface="Calibri Light" panose="020F0302020204030204" pitchFamily="34" charset="0"/>
                        </a:rPr>
                        <a:t>($25,854)</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a:solidFill>
                            <a:srgbClr val="404040"/>
                          </a:solidFill>
                          <a:effectLst/>
                          <a:latin typeface="Calibri Light" panose="020F0302020204030204" pitchFamily="34" charset="0"/>
                        </a:rPr>
                        <a:t>$0 </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a:solidFill>
                            <a:srgbClr val="00915A"/>
                          </a:solidFill>
                          <a:effectLst/>
                          <a:latin typeface="Calibri Light" panose="020F0302020204030204" pitchFamily="34" charset="0"/>
                        </a:rPr>
                        <a:t>$25,591 </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a:solidFill>
                            <a:srgbClr val="00915A"/>
                          </a:solidFill>
                          <a:effectLst/>
                          <a:latin typeface="Calibri Light" panose="020F0302020204030204" pitchFamily="34" charset="0"/>
                        </a:rPr>
                        <a:t>$50,920 </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89537">
                <a:tc>
                  <a:txBody>
                    <a:bodyPr/>
                    <a:lstStyle/>
                    <a:p>
                      <a:pPr algn="l" fontAlgn="b">
                        <a:lnSpc>
                          <a:spcPct val="110000"/>
                        </a:lnSpc>
                      </a:pPr>
                      <a:r>
                        <a:rPr lang="en-US" sz="1400" b="0" i="0" u="none" strike="noStrike" dirty="0">
                          <a:solidFill>
                            <a:schemeClr val="tx1">
                              <a:lumMod val="75000"/>
                              <a:lumOff val="25000"/>
                            </a:schemeClr>
                          </a:solidFill>
                          <a:effectLst/>
                          <a:latin typeface="+mj-lt"/>
                          <a:cs typeface="Arial" pitchFamily="34" charset="0"/>
                        </a:rPr>
                        <a:t>3 years</a:t>
                      </a:r>
                    </a:p>
                  </a:txBody>
                  <a:tcPr marL="0" marR="0" marT="27422" marB="2742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a:solidFill>
                            <a:srgbClr val="FF0000"/>
                          </a:solidFill>
                          <a:effectLst/>
                          <a:latin typeface="Calibri Light" panose="020F0302020204030204" pitchFamily="34" charset="0"/>
                        </a:rPr>
                        <a:t>($25,658)</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a:solidFill>
                            <a:srgbClr val="FF0000"/>
                          </a:solidFill>
                          <a:effectLst/>
                          <a:latin typeface="Calibri Light" panose="020F0302020204030204" pitchFamily="34" charset="0"/>
                        </a:rPr>
                        <a:t>($12,795)</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a:solidFill>
                            <a:srgbClr val="404040"/>
                          </a:solidFill>
                          <a:effectLst/>
                          <a:latin typeface="Calibri Light" panose="020F0302020204030204" pitchFamily="34" charset="0"/>
                        </a:rPr>
                        <a:t>$0 </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a:solidFill>
                            <a:srgbClr val="00915A"/>
                          </a:solidFill>
                          <a:effectLst/>
                          <a:latin typeface="Calibri Light" panose="020F0302020204030204" pitchFamily="34" charset="0"/>
                        </a:rPr>
                        <a:t>$12,726 </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400" b="0" i="0" u="none" strike="noStrike" dirty="0">
                          <a:solidFill>
                            <a:srgbClr val="00915A"/>
                          </a:solidFill>
                          <a:effectLst/>
                          <a:latin typeface="Calibri Light" panose="020F0302020204030204" pitchFamily="34" charset="0"/>
                        </a:rPr>
                        <a:t>$25,384 </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53514">
                <a:tc gridSpan="6">
                  <a:txBody>
                    <a:bodyPr/>
                    <a:lstStyle/>
                    <a:p>
                      <a:pPr algn="l" fontAlgn="b">
                        <a:lnSpc>
                          <a:spcPct val="110000"/>
                        </a:lnSpc>
                      </a:pPr>
                      <a:r>
                        <a:rPr lang="en-US" sz="1400" b="1" i="0" u="none" strike="noStrike" dirty="0">
                          <a:solidFill>
                            <a:schemeClr val="tx1">
                              <a:lumMod val="75000"/>
                              <a:lumOff val="25000"/>
                            </a:schemeClr>
                          </a:solidFill>
                          <a:effectLst/>
                          <a:latin typeface="+mj-lt"/>
                          <a:cs typeface="Arial" pitchFamily="34" charset="0"/>
                        </a:rPr>
                        <a:t>Estimated Early Termination Values—your actual realized Value may be substantially different.</a:t>
                      </a:r>
                    </a:p>
                  </a:txBody>
                  <a:tcPr marL="0" marR="0" marT="91398" marB="2742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fontAlgn="b">
                        <a:lnSpc>
                          <a:spcPct val="110000"/>
                        </a:lnSpc>
                      </a:pPr>
                      <a:endParaRPr lang="en-US" sz="1200" b="0" i="0" u="none" strike="noStrike" dirty="0">
                        <a:solidFill>
                          <a:schemeClr val="tx1">
                            <a:lumMod val="75000"/>
                            <a:lumOff val="25000"/>
                          </a:schemeClr>
                        </a:solidFill>
                        <a:effectLst/>
                        <a:latin typeface="+mj-lt"/>
                        <a:cs typeface="Arial" pitchFamily="34" charset="0"/>
                      </a:endParaRPr>
                    </a:p>
                  </a:txBody>
                  <a:tcPr marL="0" marR="0" marT="27432" marB="27432"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fontAlgn="b">
                        <a:lnSpc>
                          <a:spcPct val="110000"/>
                        </a:lnSpc>
                      </a:pPr>
                      <a:endParaRPr lang="en-US" sz="1200" b="0" i="0" u="none" strike="noStrike" dirty="0">
                        <a:solidFill>
                          <a:schemeClr val="tx1">
                            <a:lumMod val="75000"/>
                            <a:lumOff val="25000"/>
                          </a:schemeClr>
                        </a:solidFill>
                        <a:effectLst/>
                        <a:latin typeface="+mj-lt"/>
                        <a:cs typeface="Arial" pitchFamily="34" charset="0"/>
                      </a:endParaRPr>
                    </a:p>
                  </a:txBody>
                  <a:tcPr marL="0" marR="0" marT="27432" marB="27432"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fontAlgn="b">
                        <a:lnSpc>
                          <a:spcPct val="110000"/>
                        </a:lnSpc>
                      </a:pPr>
                      <a:endParaRPr lang="en-US" sz="1200" b="0" i="0" u="none" strike="noStrike" dirty="0">
                        <a:solidFill>
                          <a:schemeClr val="tx1">
                            <a:lumMod val="75000"/>
                            <a:lumOff val="25000"/>
                          </a:schemeClr>
                        </a:solidFill>
                        <a:effectLst/>
                        <a:latin typeface="+mj-lt"/>
                        <a:cs typeface="Arial" pitchFamily="34" charset="0"/>
                      </a:endParaRPr>
                    </a:p>
                  </a:txBody>
                  <a:tcPr marL="0" marR="0" marT="27432" marB="27432"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fontAlgn="b">
                        <a:lnSpc>
                          <a:spcPct val="110000"/>
                        </a:lnSpc>
                      </a:pPr>
                      <a:endParaRPr lang="en-US" sz="1200" b="0" i="0" u="none" strike="noStrike" dirty="0">
                        <a:solidFill>
                          <a:schemeClr val="tx1">
                            <a:lumMod val="75000"/>
                            <a:lumOff val="25000"/>
                          </a:schemeClr>
                        </a:solidFill>
                        <a:effectLst/>
                        <a:latin typeface="+mj-lt"/>
                        <a:cs typeface="Arial" pitchFamily="34" charset="0"/>
                      </a:endParaRPr>
                    </a:p>
                  </a:txBody>
                  <a:tcPr marL="0" marR="0" marT="27432" marB="27432"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fontAlgn="b">
                        <a:lnSpc>
                          <a:spcPct val="110000"/>
                        </a:lnSpc>
                      </a:pPr>
                      <a:endParaRPr lang="en-US" sz="1200" b="0" i="0" u="none" strike="noStrike" dirty="0">
                        <a:solidFill>
                          <a:schemeClr val="tx1">
                            <a:lumMod val="75000"/>
                            <a:lumOff val="25000"/>
                          </a:schemeClr>
                        </a:solidFill>
                        <a:effectLst/>
                        <a:latin typeface="+mj-lt"/>
                        <a:cs typeface="Arial" pitchFamily="34" charset="0"/>
                      </a:endParaRPr>
                    </a:p>
                  </a:txBody>
                  <a:tcPr marL="0" marR="0" marT="27432" marB="27432"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60455" name="Content Placeholder 1">
            <a:extLst>
              <a:ext uri="{FF2B5EF4-FFF2-40B4-BE49-F238E27FC236}">
                <a16:creationId xmlns:a16="http://schemas.microsoft.com/office/drawing/2014/main" id="{23E675C9-D0E1-09B6-AFA1-14A3390153CA}"/>
              </a:ext>
            </a:extLst>
          </p:cNvPr>
          <p:cNvSpPr>
            <a:spLocks noGrp="1"/>
          </p:cNvSpPr>
          <p:nvPr>
            <p:ph sz="quarter" idx="16"/>
          </p:nvPr>
        </p:nvSpPr>
        <p:spPr>
          <a:xfrm>
            <a:off x="3754438" y="306388"/>
            <a:ext cx="6303962" cy="4711700"/>
          </a:xfrm>
        </p:spPr>
        <p:txBody>
          <a:bodyPr/>
          <a:lstStyle/>
          <a:p>
            <a:r>
              <a:rPr lang="en-US" altLang="en-US" sz="2000" dirty="0">
                <a:solidFill>
                  <a:srgbClr val="7D532F"/>
                </a:solidFill>
              </a:rPr>
              <a:t>Swap Transaction</a:t>
            </a:r>
          </a:p>
          <a:p>
            <a:pPr lvl="2">
              <a:buClr>
                <a:srgbClr val="7D532F"/>
              </a:buClr>
            </a:pPr>
            <a:r>
              <a:rPr lang="en-US" altLang="en-US" sz="1400" dirty="0"/>
              <a:t>The swap has an inherent </a:t>
            </a:r>
            <a:r>
              <a:rPr lang="en-US" altLang="en-US" sz="1400" b="1" dirty="0"/>
              <a:t>positive or negative </a:t>
            </a:r>
            <a:r>
              <a:rPr lang="en-US" altLang="en-US" sz="1400" dirty="0"/>
              <a:t>value. </a:t>
            </a:r>
          </a:p>
          <a:p>
            <a:pPr lvl="2">
              <a:buClr>
                <a:srgbClr val="7D532F"/>
              </a:buClr>
            </a:pPr>
            <a:r>
              <a:rPr lang="en-US" altLang="en-US" sz="1400" dirty="0"/>
              <a:t>Factors influencing the swap market value may include, but not be limited to, treasury and swap yield curves, implied forward curves, and time that each projected cash flow is discounted to its present value.</a:t>
            </a:r>
          </a:p>
          <a:p>
            <a:pPr lvl="2">
              <a:buClr>
                <a:srgbClr val="7D532F"/>
              </a:buClr>
            </a:pPr>
            <a:r>
              <a:rPr lang="en-US" altLang="en-US" sz="1400" dirty="0"/>
              <a:t>Generally, if </a:t>
            </a:r>
            <a:r>
              <a:rPr lang="en-US" altLang="en-US" sz="1400" b="1" dirty="0"/>
              <a:t>rates rise</a:t>
            </a:r>
            <a:r>
              <a:rPr lang="en-US" altLang="en-US" sz="1400" dirty="0"/>
              <a:t>, the fixed rate payer </a:t>
            </a:r>
            <a:r>
              <a:rPr lang="en-US" altLang="en-US" sz="1400" b="1" dirty="0"/>
              <a:t>({{Fixed Rate Payer}}) may</a:t>
            </a:r>
            <a:r>
              <a:rPr lang="en-US" altLang="en-US" sz="1400" dirty="0"/>
              <a:t> realize a </a:t>
            </a:r>
            <a:r>
              <a:rPr lang="en-US" altLang="en-US" sz="1400" b="1" dirty="0"/>
              <a:t>gain </a:t>
            </a:r>
            <a:r>
              <a:rPr lang="en-US" altLang="en-US" sz="1400" dirty="0"/>
              <a:t>upon early termination, or conversely, if </a:t>
            </a:r>
            <a:r>
              <a:rPr lang="en-US" altLang="en-US" sz="1400" b="1" dirty="0"/>
              <a:t>rates stay the same or move lower,  </a:t>
            </a:r>
            <a:r>
              <a:rPr lang="en-US" altLang="en-US" sz="1400" dirty="0"/>
              <a:t>the float rate payer </a:t>
            </a:r>
            <a:r>
              <a:rPr lang="en-US" altLang="en-US" sz="1400" b="1" dirty="0"/>
              <a:t>({{Float Rate Payer}}) may </a:t>
            </a:r>
            <a:r>
              <a:rPr lang="en-US" altLang="en-US" sz="1400" dirty="0"/>
              <a:t>realize a</a:t>
            </a:r>
            <a:r>
              <a:rPr lang="en-US" altLang="en-US" sz="1400" b="1" dirty="0"/>
              <a:t> loss</a:t>
            </a:r>
            <a:r>
              <a:rPr lang="en-US" altLang="en-US" sz="1400" dirty="0"/>
              <a:t>, which </a:t>
            </a:r>
            <a:r>
              <a:rPr lang="en-US" altLang="en-US" sz="1400" b="1" dirty="0"/>
              <a:t>may</a:t>
            </a:r>
            <a:r>
              <a:rPr lang="en-US" altLang="en-US" sz="1400" dirty="0"/>
              <a:t> </a:t>
            </a:r>
            <a:r>
              <a:rPr lang="en-US" altLang="en-US" sz="1400" b="1" dirty="0"/>
              <a:t>be substantial.</a:t>
            </a:r>
            <a:endParaRPr lang="en-US" altLang="en-US" sz="1400" dirty="0"/>
          </a:p>
          <a:p>
            <a:pPr lvl="2">
              <a:buClr>
                <a:srgbClr val="7D532F"/>
              </a:buClr>
            </a:pPr>
            <a:r>
              <a:rPr lang="en-US" altLang="en-US" sz="1400" dirty="0"/>
              <a:t>If a loan payment is made resulting in the swaps notional exceeding the loan balance, you may be required to partially terminate the excess hedge amounts. This will lead to a Termination Payment either paid or received by JPM. </a:t>
            </a:r>
          </a:p>
          <a:p>
            <a:pPr lvl="2">
              <a:buClr>
                <a:srgbClr val="7D532F"/>
              </a:buClr>
            </a:pPr>
            <a:r>
              <a:rPr lang="en-US" altLang="en-US" sz="1400" dirty="0"/>
              <a:t>Your swap may be structured with an Effective Date (i.e., the “start date”) that is after the Trade Date (a “Forward Starting Swap”). If the swap is terminated prior to the Effective Date, you will pay or receive the Termination Payment.</a:t>
            </a:r>
          </a:p>
          <a:p>
            <a:pPr lvl="2">
              <a:buClr>
                <a:srgbClr val="7D532F"/>
              </a:buClr>
            </a:pPr>
            <a:r>
              <a:rPr lang="en-US" altLang="en-US" sz="1400" dirty="0"/>
              <a:t>Please note the possibility of the published index rate having a negative value, which would increase the termination payment to JPM should you wish to terminate the swap before its maturity date.</a:t>
            </a:r>
          </a:p>
          <a:p>
            <a:r>
              <a:rPr lang="en-US" altLang="en-US" sz="1400" dirty="0"/>
              <a:t> </a:t>
            </a:r>
          </a:p>
        </p:txBody>
      </p:sp>
      <p:sp>
        <p:nvSpPr>
          <p:cNvPr id="2" name="TextBox 1">
            <a:extLst>
              <a:ext uri="{FF2B5EF4-FFF2-40B4-BE49-F238E27FC236}">
                <a16:creationId xmlns:a16="http://schemas.microsoft.com/office/drawing/2014/main" id="{974DDB26-0472-53AC-44B6-2B2251658BF0}"/>
              </a:ext>
            </a:extLst>
          </p:cNvPr>
          <p:cNvSpPr txBox="1"/>
          <p:nvPr/>
        </p:nvSpPr>
        <p:spPr>
          <a:xfrm>
            <a:off x="765120" y="5684728"/>
            <a:ext cx="3119438" cy="283780"/>
          </a:xfrm>
          <a:prstGeom prst="rect">
            <a:avLst/>
          </a:prstGeom>
          <a:noFill/>
        </p:spPr>
        <p:txBody>
          <a:bodyPr wrap="square" lIns="0" tIns="0" rIns="0" bIns="0" rtlCol="0">
            <a:noAutofit/>
          </a:bodyPr>
          <a:lstStyle/>
          <a:p>
            <a:pPr marL="0" defTabSz="914400">
              <a:lnSpc>
                <a:spcPct val="90000"/>
              </a:lnSpc>
              <a:spcBef>
                <a:spcPts val="500"/>
              </a:spcBef>
            </a:pPr>
            <a:r>
              <a:rPr lang="en-US" sz="1050" b="1" dirty="0">
                <a:solidFill>
                  <a:srgbClr val="FF0000"/>
                </a:solidFill>
                <a:latin typeface="Calibri Light" panose="020F0302020204030204" pitchFamily="34" charset="0"/>
              </a:rPr>
              <a:t>(Figures below are samples, not actively updated)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144341EC-74A7-2C4A-9D84-41142F54F92C}"/>
              </a:ext>
            </a:extLst>
          </p:cNvPr>
          <p:cNvSpPr>
            <a:spLocks noGrp="1"/>
          </p:cNvSpPr>
          <p:nvPr>
            <p:ph type="title"/>
          </p:nvPr>
        </p:nvSpPr>
        <p:spPr/>
        <p:txBody>
          <a:bodyPr/>
          <a:lstStyle/>
          <a:p>
            <a:pPr eaLnBrk="1" hangingPunct="1"/>
            <a:r>
              <a:rPr lang="en-US" altLang="en-US" dirty="0">
                <a:solidFill>
                  <a:srgbClr val="7D532F"/>
                </a:solidFill>
              </a:rPr>
              <a:t>Accounting</a:t>
            </a:r>
          </a:p>
        </p:txBody>
      </p:sp>
      <p:sp>
        <p:nvSpPr>
          <p:cNvPr id="62467" name="Rectangle 3">
            <a:extLst>
              <a:ext uri="{FF2B5EF4-FFF2-40B4-BE49-F238E27FC236}">
                <a16:creationId xmlns:a16="http://schemas.microsoft.com/office/drawing/2014/main" id="{2B0F6134-3D91-2EA2-A63F-94FE78833CBF}"/>
              </a:ext>
            </a:extLst>
          </p:cNvPr>
          <p:cNvSpPr>
            <a:spLocks noGrp="1"/>
          </p:cNvSpPr>
          <p:nvPr>
            <p:ph idx="1"/>
          </p:nvPr>
        </p:nvSpPr>
        <p:spPr>
          <a:xfrm>
            <a:off x="692150" y="1290692"/>
            <a:ext cx="8674100" cy="5673725"/>
          </a:xfrm>
        </p:spPr>
        <p:txBody>
          <a:bodyPr/>
          <a:lstStyle/>
          <a:p>
            <a:pPr eaLnBrk="1" hangingPunct="1"/>
            <a:endParaRPr lang="en-US" altLang="en-US" dirty="0"/>
          </a:p>
          <a:p>
            <a:pPr lvl="2" eaLnBrk="1" hangingPunct="1">
              <a:buClr>
                <a:srgbClr val="7D532F"/>
              </a:buClr>
            </a:pPr>
            <a:r>
              <a:rPr lang="en-US" altLang="en-US" dirty="0"/>
              <a:t>Financial Accounting Standards Board (FASB) Codification – Topic 815</a:t>
            </a:r>
          </a:p>
          <a:p>
            <a:pPr lvl="2" eaLnBrk="1" hangingPunct="1">
              <a:buClr>
                <a:srgbClr val="7D532F"/>
              </a:buClr>
            </a:pPr>
            <a:r>
              <a:rPr lang="en-US" altLang="en-US" dirty="0"/>
              <a:t>Accounting Standards Update (ASU) 2017-12 was issued in 2017.  The ASU simplifies some aspects of the hedge accounting requirements</a:t>
            </a:r>
          </a:p>
          <a:p>
            <a:pPr lvl="2" eaLnBrk="1" hangingPunct="1">
              <a:buClr>
                <a:srgbClr val="7D532F"/>
              </a:buClr>
            </a:pPr>
            <a:r>
              <a:rPr lang="en-US" altLang="en-US" dirty="0"/>
              <a:t>ASU 2020-04 and ASU 2021-01 were released to address concerns surrounding the cessation of </a:t>
            </a:r>
            <a:r>
              <a:rPr lang="en-US" altLang="en-US" dirty="0">
                <a:solidFill>
                  <a:schemeClr val="tx1"/>
                </a:solidFill>
              </a:rPr>
              <a:t>Libor</a:t>
            </a:r>
            <a:r>
              <a:rPr lang="en-US" altLang="en-US" dirty="0"/>
              <a:t>.  The ASU’s provide optional relief for derivative contracts that reference </a:t>
            </a:r>
            <a:r>
              <a:rPr lang="en-US" altLang="en-US" dirty="0">
                <a:solidFill>
                  <a:schemeClr val="tx1"/>
                </a:solidFill>
              </a:rPr>
              <a:t>Libor </a:t>
            </a:r>
            <a:r>
              <a:rPr lang="en-US" altLang="en-US" dirty="0"/>
              <a:t>and in applying hedge accounting  </a:t>
            </a:r>
          </a:p>
          <a:p>
            <a:pPr lvl="2" eaLnBrk="1" hangingPunct="1">
              <a:buClr>
                <a:srgbClr val="7D532F"/>
              </a:buClr>
            </a:pPr>
            <a:r>
              <a:rPr lang="en-US" altLang="en-US" b="1" dirty="0"/>
              <a:t>Consult with your accountant as to how it impacts:</a:t>
            </a:r>
          </a:p>
          <a:p>
            <a:pPr lvl="3" eaLnBrk="1" hangingPunct="1">
              <a:buClr>
                <a:srgbClr val="7D532F"/>
              </a:buClr>
            </a:pPr>
            <a:r>
              <a:rPr lang="en-US" altLang="en-US" b="1" dirty="0"/>
              <a:t>Tax deductibility and reporting, financial reporting,</a:t>
            </a:r>
          </a:p>
          <a:p>
            <a:pPr lvl="3" eaLnBrk="1" hangingPunct="1">
              <a:buClr>
                <a:srgbClr val="7D532F"/>
              </a:buClr>
            </a:pPr>
            <a:r>
              <a:rPr lang="en-US" altLang="en-US" b="1" dirty="0"/>
              <a:t>loan covenants.</a:t>
            </a:r>
          </a:p>
          <a:p>
            <a:pPr lvl="2" eaLnBrk="1" hangingPunct="1">
              <a:buClr>
                <a:srgbClr val="7D532F"/>
              </a:buClr>
            </a:pPr>
            <a:r>
              <a:rPr lang="en-US" altLang="en-US" dirty="0"/>
              <a:t>Evaluate qualifying hedge accounting criteria prior to entering derivative transaction.</a:t>
            </a:r>
          </a:p>
          <a:p>
            <a:pPr lvl="2" eaLnBrk="1" hangingPunct="1">
              <a:buClr>
                <a:srgbClr val="7D532F"/>
              </a:buClr>
            </a:pPr>
            <a:r>
              <a:rPr lang="en-US" altLang="en-US" dirty="0"/>
              <a:t>Addresses disclosure of derivative items, which may involve interest rates, commodities, foreign exchange, energy... </a:t>
            </a:r>
          </a:p>
          <a:p>
            <a:pPr lvl="2" eaLnBrk="1" hangingPunct="1">
              <a:buClr>
                <a:srgbClr val="7D532F"/>
              </a:buClr>
            </a:pPr>
            <a:r>
              <a:rPr lang="en-US" altLang="en-US" dirty="0"/>
              <a:t>Depending how the derivative is structured, less onerous compliance avenues may exist, such as the Shortcut Method, hedge accounting...</a:t>
            </a:r>
          </a:p>
          <a:p>
            <a:pPr eaLnBrk="1" hangingPunct="1"/>
            <a:endParaRPr lang="en-US" altLang="en-US" dirty="0"/>
          </a:p>
          <a:p>
            <a:pPr lvl="1" eaLnBrk="1" hangingPunct="1"/>
            <a:endParaRPr lang="en-US" altLang="en-US" dirty="0"/>
          </a:p>
          <a:p>
            <a:pPr eaLnBrk="1" hangingPunct="1"/>
            <a:endParaRPr lang="en-US" altLang="en-US" dirty="0"/>
          </a:p>
          <a:p>
            <a:pPr eaLnBrk="1" hangingPunct="1"/>
            <a:endParaRPr lang="en-US" altLang="en-US" dirty="0"/>
          </a:p>
        </p:txBody>
      </p:sp>
      <p:sp>
        <p:nvSpPr>
          <p:cNvPr id="62468" name="Slide Number Placeholder 1">
            <a:extLst>
              <a:ext uri="{FF2B5EF4-FFF2-40B4-BE49-F238E27FC236}">
                <a16:creationId xmlns:a16="http://schemas.microsoft.com/office/drawing/2014/main" id="{B73A6FDC-4FF8-EB53-5331-F94F4C476229}"/>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04FC761-5C01-4140-86AD-D59EF8C652C7}" type="slidenum">
              <a:rPr lang="en-US" altLang="en-US"/>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535E937B-BCBC-7689-B39B-A9EC0991AFD1}"/>
              </a:ext>
            </a:extLst>
          </p:cNvPr>
          <p:cNvSpPr>
            <a:spLocks noGrp="1"/>
          </p:cNvSpPr>
          <p:nvPr>
            <p:ph type="title"/>
          </p:nvPr>
        </p:nvSpPr>
        <p:spPr/>
        <p:txBody>
          <a:bodyPr/>
          <a:lstStyle/>
          <a:p>
            <a:pPr eaLnBrk="1" hangingPunct="1"/>
            <a:r>
              <a:rPr lang="en-US" altLang="en-US" dirty="0">
                <a:solidFill>
                  <a:srgbClr val="7D532F"/>
                </a:solidFill>
              </a:rPr>
              <a:t>Swap Process and Documentation</a:t>
            </a:r>
          </a:p>
        </p:txBody>
      </p:sp>
      <p:sp>
        <p:nvSpPr>
          <p:cNvPr id="64515" name="Slide Number Placeholder 1">
            <a:extLst>
              <a:ext uri="{FF2B5EF4-FFF2-40B4-BE49-F238E27FC236}">
                <a16:creationId xmlns:a16="http://schemas.microsoft.com/office/drawing/2014/main" id="{47BF4EBC-869E-EAB7-C703-AAEB18E1DAB2}"/>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860C51D-6EB8-4622-AE82-DE7BDEBD482D}" type="slidenum">
              <a:rPr lang="en-US" altLang="en-US"/>
              <a:pPr/>
              <a:t>11</a:t>
            </a:fld>
            <a:endParaRPr lang="en-US" altLang="en-US"/>
          </a:p>
        </p:txBody>
      </p:sp>
      <p:sp>
        <p:nvSpPr>
          <p:cNvPr id="5" name="Rectangle 4">
            <a:extLst>
              <a:ext uri="{FF2B5EF4-FFF2-40B4-BE49-F238E27FC236}">
                <a16:creationId xmlns:a16="http://schemas.microsoft.com/office/drawing/2014/main" id="{C974F230-1C88-97E0-E3CF-176D31CE9DF6}"/>
              </a:ext>
            </a:extLst>
          </p:cNvPr>
          <p:cNvSpPr/>
          <p:nvPr/>
        </p:nvSpPr>
        <p:spPr>
          <a:xfrm>
            <a:off x="695325" y="4360863"/>
            <a:ext cx="3862388" cy="2260600"/>
          </a:xfrm>
          <a:prstGeom prst="rect">
            <a:avLst/>
          </a:prstGeom>
          <a:ln w="34925">
            <a:solidFill>
              <a:schemeClr val="accent2"/>
            </a:solidFill>
            <a:miter lim="800000"/>
          </a:ln>
        </p:spPr>
        <p:txBody>
          <a:bodyPr/>
          <a:lstStyle/>
          <a:p>
            <a:pPr defTabSz="914400" eaLnBrk="1" fontAlgn="b" hangingPunct="1">
              <a:lnSpc>
                <a:spcPct val="110000"/>
              </a:lnSpc>
              <a:spcBef>
                <a:spcPts val="1000"/>
              </a:spcBef>
              <a:spcAft>
                <a:spcPts val="0"/>
              </a:spcAft>
              <a:defRPr/>
            </a:pPr>
            <a:r>
              <a:rPr lang="en-US" sz="1600" b="1" dirty="0">
                <a:solidFill>
                  <a:srgbClr val="7D532F"/>
                </a:solidFill>
                <a:latin typeface="+mj-lt"/>
                <a:cs typeface="Arial" pitchFamily="34" charset="0"/>
              </a:rPr>
              <a:t>Pre Execution</a:t>
            </a:r>
          </a:p>
          <a:p>
            <a:pPr marL="228600" lvl="2" indent="-228600" defTabSz="914400" eaLnBrk="1" fontAlgn="auto" hangingPunct="1">
              <a:lnSpc>
                <a:spcPct val="110000"/>
              </a:lnSpc>
              <a:spcBef>
                <a:spcPts val="200"/>
              </a:spcBef>
              <a:spcAft>
                <a:spcPts val="0"/>
              </a:spcAft>
              <a:buClr>
                <a:srgbClr val="7D532F"/>
              </a:buClr>
              <a:buSzPct val="65000"/>
              <a:buFont typeface="Wingdings 3" panose="05040102010807070707" pitchFamily="18" charset="2"/>
              <a:buChar char=""/>
              <a:defRPr/>
            </a:pPr>
            <a:r>
              <a:rPr lang="en-US" sz="1400" dirty="0">
                <a:solidFill>
                  <a:schemeClr val="tx1">
                    <a:lumMod val="75000"/>
                    <a:lumOff val="25000"/>
                  </a:schemeClr>
                </a:solidFill>
                <a:latin typeface="+mj-lt"/>
              </a:rPr>
              <a:t>ISDA Master</a:t>
            </a:r>
          </a:p>
          <a:p>
            <a:pPr marL="228600" lvl="2" indent="-228600" defTabSz="914400" eaLnBrk="1" fontAlgn="auto" hangingPunct="1">
              <a:lnSpc>
                <a:spcPct val="110000"/>
              </a:lnSpc>
              <a:spcBef>
                <a:spcPts val="200"/>
              </a:spcBef>
              <a:spcAft>
                <a:spcPts val="0"/>
              </a:spcAft>
              <a:buClr>
                <a:srgbClr val="7D532F"/>
              </a:buClr>
              <a:buSzPct val="65000"/>
              <a:buFont typeface="Wingdings 3" panose="05040102010807070707" pitchFamily="18" charset="2"/>
              <a:buChar char=""/>
              <a:defRPr/>
            </a:pPr>
            <a:r>
              <a:rPr lang="en-US" sz="1400" dirty="0">
                <a:solidFill>
                  <a:schemeClr val="tx1">
                    <a:lumMod val="75000"/>
                    <a:lumOff val="25000"/>
                  </a:schemeClr>
                </a:solidFill>
                <a:latin typeface="+mj-lt"/>
              </a:rPr>
              <a:t>ISDA Schedule</a:t>
            </a:r>
            <a:endParaRPr lang="en-US" sz="1400" dirty="0">
              <a:solidFill>
                <a:srgbClr val="FF0000"/>
              </a:solidFill>
              <a:latin typeface="+mj-lt"/>
            </a:endParaRPr>
          </a:p>
          <a:p>
            <a:pPr marL="228600" lvl="2" indent="-228600" defTabSz="914400" eaLnBrk="1" fontAlgn="auto" hangingPunct="1">
              <a:lnSpc>
                <a:spcPct val="110000"/>
              </a:lnSpc>
              <a:spcBef>
                <a:spcPts val="200"/>
              </a:spcBef>
              <a:spcAft>
                <a:spcPts val="0"/>
              </a:spcAft>
              <a:buClr>
                <a:srgbClr val="7D532F"/>
              </a:buClr>
              <a:buSzPct val="65000"/>
              <a:buFont typeface="Wingdings 3" panose="05040102010807070707" pitchFamily="18" charset="2"/>
              <a:buChar char=""/>
              <a:defRPr/>
            </a:pPr>
            <a:r>
              <a:rPr lang="en-US" sz="1400" dirty="0">
                <a:solidFill>
                  <a:schemeClr val="tx1">
                    <a:lumMod val="75000"/>
                    <a:lumOff val="25000"/>
                  </a:schemeClr>
                </a:solidFill>
                <a:latin typeface="+mj-lt"/>
              </a:rPr>
              <a:t>Presentation Acknowledgement </a:t>
            </a:r>
          </a:p>
          <a:p>
            <a:pPr marL="228600" lvl="2" indent="-228600" defTabSz="914400" eaLnBrk="1" fontAlgn="auto" hangingPunct="1">
              <a:lnSpc>
                <a:spcPct val="110000"/>
              </a:lnSpc>
              <a:spcBef>
                <a:spcPts val="200"/>
              </a:spcBef>
              <a:spcAft>
                <a:spcPts val="0"/>
              </a:spcAft>
              <a:buClr>
                <a:srgbClr val="7D532F"/>
              </a:buClr>
              <a:buSzPct val="65000"/>
              <a:buFont typeface="Wingdings 3" panose="05040102010807070707" pitchFamily="18" charset="2"/>
              <a:buChar char=""/>
              <a:defRPr/>
            </a:pPr>
            <a:r>
              <a:rPr lang="en-US" sz="1400" dirty="0">
                <a:solidFill>
                  <a:schemeClr val="tx1">
                    <a:lumMod val="75000"/>
                    <a:lumOff val="25000"/>
                  </a:schemeClr>
                </a:solidFill>
                <a:latin typeface="+mj-lt"/>
              </a:rPr>
              <a:t>Eligible Contract Participant Acknowledgement </a:t>
            </a:r>
          </a:p>
          <a:p>
            <a:pPr marL="228600" lvl="2" indent="-228600" defTabSz="914400" eaLnBrk="1" fontAlgn="auto" hangingPunct="1">
              <a:lnSpc>
                <a:spcPct val="110000"/>
              </a:lnSpc>
              <a:spcBef>
                <a:spcPts val="200"/>
              </a:spcBef>
              <a:spcAft>
                <a:spcPts val="0"/>
              </a:spcAft>
              <a:buClr>
                <a:srgbClr val="7D532F"/>
              </a:buClr>
              <a:buSzPct val="65000"/>
              <a:buFont typeface="Wingdings 3" panose="05040102010807070707" pitchFamily="18" charset="2"/>
              <a:buChar char=""/>
              <a:defRPr/>
            </a:pPr>
            <a:r>
              <a:rPr lang="en-US" sz="1400" dirty="0">
                <a:solidFill>
                  <a:schemeClr val="tx1">
                    <a:lumMod val="75000"/>
                    <a:lumOff val="25000"/>
                  </a:schemeClr>
                </a:solidFill>
                <a:latin typeface="+mj-lt"/>
              </a:rPr>
              <a:t>Legal Entity Identifier </a:t>
            </a:r>
          </a:p>
          <a:p>
            <a:pPr marL="228600" lvl="2" indent="-228600" defTabSz="914400" eaLnBrk="1" fontAlgn="auto" hangingPunct="1">
              <a:lnSpc>
                <a:spcPct val="110000"/>
              </a:lnSpc>
              <a:spcBef>
                <a:spcPts val="200"/>
              </a:spcBef>
              <a:spcAft>
                <a:spcPts val="0"/>
              </a:spcAft>
              <a:buClr>
                <a:srgbClr val="7D532F"/>
              </a:buClr>
              <a:buSzPct val="65000"/>
              <a:buFont typeface="Wingdings 3" panose="05040102010807070707" pitchFamily="18" charset="2"/>
              <a:buChar char=""/>
              <a:defRPr/>
            </a:pPr>
            <a:r>
              <a:rPr lang="en-US" sz="1400" dirty="0">
                <a:solidFill>
                  <a:schemeClr val="tx1">
                    <a:lumMod val="75000"/>
                    <a:lumOff val="25000"/>
                  </a:schemeClr>
                </a:solidFill>
                <a:latin typeface="+mj-lt"/>
              </a:rPr>
              <a:t>End User Exception </a:t>
            </a:r>
          </a:p>
        </p:txBody>
      </p:sp>
      <p:sp>
        <p:nvSpPr>
          <p:cNvPr id="28" name="Rectangle 27">
            <a:extLst>
              <a:ext uri="{FF2B5EF4-FFF2-40B4-BE49-F238E27FC236}">
                <a16:creationId xmlns:a16="http://schemas.microsoft.com/office/drawing/2014/main" id="{62CA5473-FD1A-5412-F57F-EA6EA456A3FB}"/>
              </a:ext>
            </a:extLst>
          </p:cNvPr>
          <p:cNvSpPr/>
          <p:nvPr/>
        </p:nvSpPr>
        <p:spPr>
          <a:xfrm>
            <a:off x="5503863" y="4360863"/>
            <a:ext cx="3862387" cy="2260600"/>
          </a:xfrm>
          <a:prstGeom prst="rect">
            <a:avLst/>
          </a:prstGeom>
          <a:ln w="34925">
            <a:solidFill>
              <a:schemeClr val="accent5"/>
            </a:solidFill>
            <a:miter lim="800000"/>
          </a:ln>
        </p:spPr>
        <p:txBody>
          <a:bodyPr/>
          <a:lstStyle/>
          <a:p>
            <a:pPr defTabSz="914400" eaLnBrk="1" fontAlgn="b" hangingPunct="1">
              <a:lnSpc>
                <a:spcPct val="110000"/>
              </a:lnSpc>
              <a:spcBef>
                <a:spcPts val="1000"/>
              </a:spcBef>
              <a:spcAft>
                <a:spcPts val="0"/>
              </a:spcAft>
              <a:defRPr/>
            </a:pPr>
            <a:r>
              <a:rPr lang="en-US" sz="1600" b="1" dirty="0">
                <a:solidFill>
                  <a:srgbClr val="7D532F"/>
                </a:solidFill>
                <a:latin typeface="+mj-lt"/>
                <a:cs typeface="Arial" pitchFamily="34" charset="0"/>
              </a:rPr>
              <a:t>Post Execution</a:t>
            </a:r>
          </a:p>
          <a:p>
            <a:pPr marL="228600" lvl="2" indent="-228600" defTabSz="914400" eaLnBrk="1" fontAlgn="auto" hangingPunct="1">
              <a:lnSpc>
                <a:spcPct val="110000"/>
              </a:lnSpc>
              <a:spcBef>
                <a:spcPts val="200"/>
              </a:spcBef>
              <a:spcAft>
                <a:spcPts val="0"/>
              </a:spcAft>
              <a:buClr>
                <a:srgbClr val="7D532F"/>
              </a:buClr>
              <a:buSzPct val="65000"/>
              <a:buFont typeface="Wingdings 3" panose="05040102010807070707" pitchFamily="18" charset="2"/>
              <a:buChar char=""/>
              <a:defRPr/>
            </a:pPr>
            <a:r>
              <a:rPr lang="en-US" sz="1400" dirty="0">
                <a:solidFill>
                  <a:schemeClr val="tx1">
                    <a:lumMod val="75000"/>
                    <a:lumOff val="25000"/>
                  </a:schemeClr>
                </a:solidFill>
                <a:latin typeface="+mj-lt"/>
              </a:rPr>
              <a:t>Swap Confirmation</a:t>
            </a:r>
          </a:p>
          <a:p>
            <a:pPr marL="228600" lvl="2" indent="-228600" defTabSz="914400" eaLnBrk="1" fontAlgn="auto" hangingPunct="1">
              <a:lnSpc>
                <a:spcPct val="110000"/>
              </a:lnSpc>
              <a:spcBef>
                <a:spcPts val="200"/>
              </a:spcBef>
              <a:spcAft>
                <a:spcPts val="0"/>
              </a:spcAft>
              <a:buClr>
                <a:srgbClr val="7D532F"/>
              </a:buClr>
              <a:buSzPct val="65000"/>
              <a:buFont typeface="Wingdings 3" panose="05040102010807070707" pitchFamily="18" charset="2"/>
              <a:buChar char=""/>
              <a:defRPr/>
            </a:pPr>
            <a:r>
              <a:rPr lang="en-US" sz="1400" dirty="0">
                <a:solidFill>
                  <a:schemeClr val="tx1">
                    <a:lumMod val="75000"/>
                    <a:lumOff val="25000"/>
                  </a:schemeClr>
                </a:solidFill>
                <a:latin typeface="+mj-lt"/>
              </a:rPr>
              <a:t>Swap Payment Notice</a:t>
            </a:r>
          </a:p>
          <a:p>
            <a:pPr marL="228600" lvl="2" indent="-228600" defTabSz="914400" eaLnBrk="1" fontAlgn="auto" hangingPunct="1">
              <a:lnSpc>
                <a:spcPct val="110000"/>
              </a:lnSpc>
              <a:spcBef>
                <a:spcPts val="200"/>
              </a:spcBef>
              <a:spcAft>
                <a:spcPts val="0"/>
              </a:spcAft>
              <a:buClr>
                <a:srgbClr val="7D532F"/>
              </a:buClr>
              <a:buSzPct val="65000"/>
              <a:buFont typeface="Wingdings 3" panose="05040102010807070707" pitchFamily="18" charset="2"/>
              <a:buChar char=""/>
              <a:defRPr/>
            </a:pPr>
            <a:r>
              <a:rPr lang="en-US" sz="1400" dirty="0">
                <a:solidFill>
                  <a:schemeClr val="tx1">
                    <a:lumMod val="75000"/>
                    <a:lumOff val="25000"/>
                  </a:schemeClr>
                </a:solidFill>
                <a:latin typeface="+mj-lt"/>
              </a:rPr>
              <a:t>MTM Statement</a:t>
            </a:r>
          </a:p>
          <a:p>
            <a:pPr marL="228600" lvl="2" indent="-228600" defTabSz="914400" eaLnBrk="1" fontAlgn="auto" hangingPunct="1">
              <a:lnSpc>
                <a:spcPct val="110000"/>
              </a:lnSpc>
              <a:spcBef>
                <a:spcPts val="200"/>
              </a:spcBef>
              <a:spcAft>
                <a:spcPts val="0"/>
              </a:spcAft>
              <a:buClr>
                <a:srgbClr val="7D532F"/>
              </a:buClr>
              <a:buSzPct val="65000"/>
              <a:buFont typeface="Wingdings 3" panose="05040102010807070707" pitchFamily="18" charset="2"/>
              <a:buChar char=""/>
              <a:defRPr/>
            </a:pPr>
            <a:r>
              <a:rPr lang="en-US" sz="1400" dirty="0">
                <a:solidFill>
                  <a:schemeClr val="tx1">
                    <a:lumMod val="75000"/>
                    <a:lumOff val="25000"/>
                  </a:schemeClr>
                </a:solidFill>
                <a:latin typeface="+mj-lt"/>
              </a:rPr>
              <a:t>Year End Settlement Recap</a:t>
            </a:r>
          </a:p>
          <a:p>
            <a:pPr marL="0" lvl="2" indent="0" defTabSz="914400" eaLnBrk="1" fontAlgn="auto" hangingPunct="1">
              <a:lnSpc>
                <a:spcPct val="110000"/>
              </a:lnSpc>
              <a:spcBef>
                <a:spcPts val="200"/>
              </a:spcBef>
              <a:spcAft>
                <a:spcPts val="0"/>
              </a:spcAft>
              <a:buClr>
                <a:schemeClr val="tx2"/>
              </a:buClr>
              <a:buSzPct val="65000"/>
              <a:defRPr/>
            </a:pPr>
            <a:endParaRPr lang="en-US" sz="1400" dirty="0">
              <a:solidFill>
                <a:schemeClr val="tx1">
                  <a:lumMod val="75000"/>
                  <a:lumOff val="25000"/>
                </a:schemeClr>
              </a:solidFill>
              <a:latin typeface="+mj-lt"/>
            </a:endParaRPr>
          </a:p>
        </p:txBody>
      </p:sp>
      <p:sp>
        <p:nvSpPr>
          <p:cNvPr id="29" name="Rectangle 28">
            <a:extLst>
              <a:ext uri="{FF2B5EF4-FFF2-40B4-BE49-F238E27FC236}">
                <a16:creationId xmlns:a16="http://schemas.microsoft.com/office/drawing/2014/main" id="{C707A096-49E5-1661-BB86-35424346B64D}"/>
              </a:ext>
            </a:extLst>
          </p:cNvPr>
          <p:cNvSpPr/>
          <p:nvPr/>
        </p:nvSpPr>
        <p:spPr>
          <a:xfrm rot="16200000">
            <a:off x="3900488" y="5108575"/>
            <a:ext cx="2260600" cy="765175"/>
          </a:xfrm>
          <a:prstGeom prst="rect">
            <a:avLst/>
          </a:prstGeom>
          <a:ln w="34925">
            <a:solidFill>
              <a:srgbClr val="7D532F"/>
            </a:solidFill>
            <a:miter lim="800000"/>
          </a:ln>
        </p:spPr>
        <p:txBody>
          <a:bodyPr vert="vert" lIns="45720" tIns="0" rIns="45720" bIns="0" anchor="ctr"/>
          <a:lstStyle/>
          <a:p>
            <a:pPr algn="ctr" defTabSz="914400" eaLnBrk="1" fontAlgn="b" hangingPunct="1">
              <a:lnSpc>
                <a:spcPct val="110000"/>
              </a:lnSpc>
              <a:spcBef>
                <a:spcPts val="1000"/>
              </a:spcBef>
              <a:spcAft>
                <a:spcPts val="0"/>
              </a:spcAft>
              <a:defRPr/>
            </a:pPr>
            <a:r>
              <a:rPr lang="en-US" sz="1400" b="1" dirty="0">
                <a:solidFill>
                  <a:srgbClr val="7D532F"/>
                </a:solidFill>
                <a:latin typeface="+mj-lt"/>
                <a:cs typeface="Arial" pitchFamily="34" charset="0"/>
              </a:rPr>
              <a:t>Swap Execution</a:t>
            </a:r>
          </a:p>
        </p:txBody>
      </p:sp>
      <p:sp>
        <p:nvSpPr>
          <p:cNvPr id="31" name="Rectangle 30">
            <a:extLst>
              <a:ext uri="{FF2B5EF4-FFF2-40B4-BE49-F238E27FC236}">
                <a16:creationId xmlns:a16="http://schemas.microsoft.com/office/drawing/2014/main" id="{2EC079A4-2D86-312E-C866-31AC7C1B4FB9}"/>
              </a:ext>
            </a:extLst>
          </p:cNvPr>
          <p:cNvSpPr/>
          <p:nvPr/>
        </p:nvSpPr>
        <p:spPr>
          <a:xfrm>
            <a:off x="700088" y="2052638"/>
            <a:ext cx="1131887" cy="542925"/>
          </a:xfrm>
          <a:prstGeom prst="rect">
            <a:avLst/>
          </a:prstGeom>
          <a:solidFill>
            <a:schemeClr val="accent2"/>
          </a:solidFill>
          <a:ln w="34925">
            <a:solidFill>
              <a:schemeClr val="accent2"/>
            </a:solidFill>
            <a:miter lim="800000"/>
          </a:ln>
          <a:effectLst/>
        </p:spPr>
        <p:txBody>
          <a:bodyPr wrap="none" lIns="14850" tIns="14850" rIns="14850" bIns="14850" anchor="ctr"/>
          <a:lstStyle/>
          <a:p>
            <a:pPr algn="ctr" defTabSz="991280" eaLnBrk="1" fontAlgn="auto" hangingPunct="1">
              <a:spcBef>
                <a:spcPts val="0"/>
              </a:spcBef>
              <a:spcAft>
                <a:spcPct val="15000"/>
              </a:spcAft>
              <a:buSzPct val="70000"/>
              <a:defRPr/>
            </a:pPr>
            <a:r>
              <a:rPr lang="en-US" sz="1100" b="1" cap="all" dirty="0">
                <a:solidFill>
                  <a:schemeClr val="bg1"/>
                </a:solidFill>
                <a:latin typeface="+mj-lt"/>
                <a:ea typeface="MS PGothic" pitchFamily="34" charset="-128"/>
              </a:rPr>
              <a:t>Presentation</a:t>
            </a:r>
          </a:p>
        </p:txBody>
      </p:sp>
      <p:sp>
        <p:nvSpPr>
          <p:cNvPr id="32" name="Rectangle 31">
            <a:extLst>
              <a:ext uri="{FF2B5EF4-FFF2-40B4-BE49-F238E27FC236}">
                <a16:creationId xmlns:a16="http://schemas.microsoft.com/office/drawing/2014/main" id="{167A177B-1F9C-A0F0-6214-3AB85419D632}"/>
              </a:ext>
            </a:extLst>
          </p:cNvPr>
          <p:cNvSpPr/>
          <p:nvPr/>
        </p:nvSpPr>
        <p:spPr>
          <a:xfrm>
            <a:off x="1922463" y="2052638"/>
            <a:ext cx="2635250" cy="542925"/>
          </a:xfrm>
          <a:prstGeom prst="rect">
            <a:avLst/>
          </a:prstGeom>
          <a:solidFill>
            <a:schemeClr val="accent2"/>
          </a:solidFill>
          <a:ln w="34925">
            <a:solidFill>
              <a:schemeClr val="accent2"/>
            </a:solidFill>
            <a:miter lim="800000"/>
          </a:ln>
          <a:effectLst/>
        </p:spPr>
        <p:txBody>
          <a:bodyPr wrap="none" lIns="14850" tIns="14850" rIns="14850" bIns="14850" anchor="ctr"/>
          <a:lstStyle/>
          <a:p>
            <a:pPr algn="ctr" defTabSz="991280" eaLnBrk="1" fontAlgn="auto" hangingPunct="1">
              <a:spcBef>
                <a:spcPts val="0"/>
              </a:spcBef>
              <a:spcAft>
                <a:spcPct val="15000"/>
              </a:spcAft>
              <a:buSzPct val="70000"/>
              <a:defRPr/>
            </a:pPr>
            <a:r>
              <a:rPr lang="en-US" sz="1100" b="1" cap="all" dirty="0">
                <a:solidFill>
                  <a:schemeClr val="bg1"/>
                </a:solidFill>
                <a:latin typeface="+mj-lt"/>
                <a:ea typeface="MS PGothic" pitchFamily="34" charset="-128"/>
              </a:rPr>
              <a:t>ECP, End-User Exception, </a:t>
            </a:r>
            <a:br>
              <a:rPr lang="en-US" sz="1100" b="1" cap="all" dirty="0">
                <a:solidFill>
                  <a:schemeClr val="bg1"/>
                </a:solidFill>
                <a:latin typeface="+mj-lt"/>
                <a:ea typeface="MS PGothic" pitchFamily="34" charset="-128"/>
              </a:rPr>
            </a:br>
            <a:r>
              <a:rPr lang="en-US" sz="1100" b="1" cap="all" dirty="0">
                <a:solidFill>
                  <a:schemeClr val="bg1"/>
                </a:solidFill>
                <a:latin typeface="+mj-lt"/>
                <a:ea typeface="MS PGothic" pitchFamily="34" charset="-128"/>
              </a:rPr>
              <a:t>GMEI, and other swap </a:t>
            </a:r>
            <a:br>
              <a:rPr lang="en-US" sz="1100" b="1" cap="all" dirty="0">
                <a:solidFill>
                  <a:schemeClr val="bg1"/>
                </a:solidFill>
                <a:latin typeface="+mj-lt"/>
                <a:ea typeface="MS PGothic" pitchFamily="34" charset="-128"/>
              </a:rPr>
            </a:br>
            <a:r>
              <a:rPr lang="en-US" sz="1100" b="1" cap="all" dirty="0">
                <a:solidFill>
                  <a:schemeClr val="bg1"/>
                </a:solidFill>
                <a:latin typeface="+mj-lt"/>
                <a:ea typeface="MS PGothic" pitchFamily="34" charset="-128"/>
              </a:rPr>
              <a:t>onboarding documents</a:t>
            </a:r>
          </a:p>
        </p:txBody>
      </p:sp>
      <p:sp>
        <p:nvSpPr>
          <p:cNvPr id="33" name="Rectangle 32">
            <a:extLst>
              <a:ext uri="{FF2B5EF4-FFF2-40B4-BE49-F238E27FC236}">
                <a16:creationId xmlns:a16="http://schemas.microsoft.com/office/drawing/2014/main" id="{DB85BFA8-60F7-85C6-A1A0-09984B675F4D}"/>
              </a:ext>
            </a:extLst>
          </p:cNvPr>
          <p:cNvSpPr/>
          <p:nvPr/>
        </p:nvSpPr>
        <p:spPr>
          <a:xfrm>
            <a:off x="5503863" y="2052638"/>
            <a:ext cx="3854450" cy="542925"/>
          </a:xfrm>
          <a:prstGeom prst="rect">
            <a:avLst/>
          </a:prstGeom>
          <a:solidFill>
            <a:schemeClr val="accent5"/>
          </a:solidFill>
          <a:ln w="34925">
            <a:solidFill>
              <a:schemeClr val="accent5"/>
            </a:solidFill>
            <a:miter lim="800000"/>
          </a:ln>
          <a:effectLst/>
        </p:spPr>
        <p:txBody>
          <a:bodyPr wrap="none" lIns="14850" tIns="14850" rIns="14850" bIns="14850" anchor="ctr"/>
          <a:lstStyle/>
          <a:p>
            <a:pPr algn="ctr" defTabSz="991280" eaLnBrk="1" fontAlgn="auto" hangingPunct="1">
              <a:spcBef>
                <a:spcPts val="0"/>
              </a:spcBef>
              <a:spcAft>
                <a:spcPct val="15000"/>
              </a:spcAft>
              <a:buSzPct val="70000"/>
              <a:defRPr/>
            </a:pPr>
            <a:r>
              <a:rPr lang="en-US" sz="1100" b="1" cap="all" dirty="0">
                <a:solidFill>
                  <a:schemeClr val="bg1"/>
                </a:solidFill>
                <a:latin typeface="+mj-lt"/>
                <a:ea typeface="MS PGothic" pitchFamily="34" charset="-128"/>
              </a:rPr>
              <a:t>Swap Confirmation, Swap Payment Notice </a:t>
            </a:r>
            <a:br>
              <a:rPr lang="en-US" sz="1100" b="1" cap="all" dirty="0">
                <a:solidFill>
                  <a:schemeClr val="bg1"/>
                </a:solidFill>
                <a:latin typeface="+mj-lt"/>
                <a:ea typeface="MS PGothic" pitchFamily="34" charset="-128"/>
              </a:rPr>
            </a:br>
            <a:r>
              <a:rPr lang="en-US" sz="1100" b="1" cap="all" dirty="0">
                <a:solidFill>
                  <a:schemeClr val="bg1"/>
                </a:solidFill>
                <a:latin typeface="+mj-lt"/>
                <a:ea typeface="MS PGothic" pitchFamily="34" charset="-128"/>
              </a:rPr>
              <a:t>and MTM Statement</a:t>
            </a:r>
          </a:p>
        </p:txBody>
      </p:sp>
      <p:sp>
        <p:nvSpPr>
          <p:cNvPr id="34" name="Rectangle 33">
            <a:extLst>
              <a:ext uri="{FF2B5EF4-FFF2-40B4-BE49-F238E27FC236}">
                <a16:creationId xmlns:a16="http://schemas.microsoft.com/office/drawing/2014/main" id="{B1774C8F-0D45-42F7-12B3-3C1E1C78C467}"/>
              </a:ext>
            </a:extLst>
          </p:cNvPr>
          <p:cNvSpPr/>
          <p:nvPr/>
        </p:nvSpPr>
        <p:spPr>
          <a:xfrm>
            <a:off x="4648200" y="2052638"/>
            <a:ext cx="765175" cy="542925"/>
          </a:xfrm>
          <a:prstGeom prst="rect">
            <a:avLst/>
          </a:prstGeom>
          <a:solidFill>
            <a:srgbClr val="7D532F"/>
          </a:solidFill>
          <a:ln w="34925">
            <a:solidFill>
              <a:srgbClr val="7D532F"/>
            </a:solidFill>
            <a:miter lim="800000"/>
          </a:ln>
          <a:effectLst/>
        </p:spPr>
        <p:txBody>
          <a:bodyPr wrap="none" lIns="14850" tIns="14850" rIns="14850" bIns="14850" anchor="ctr"/>
          <a:lstStyle/>
          <a:p>
            <a:pPr algn="ctr" defTabSz="991280" eaLnBrk="1" fontAlgn="auto" hangingPunct="1">
              <a:spcBef>
                <a:spcPts val="0"/>
              </a:spcBef>
              <a:spcAft>
                <a:spcPct val="15000"/>
              </a:spcAft>
              <a:buSzPct val="70000"/>
              <a:defRPr/>
            </a:pPr>
            <a:r>
              <a:rPr lang="en-US" sz="1100" b="1" cap="all" dirty="0">
                <a:solidFill>
                  <a:schemeClr val="bg1"/>
                </a:solidFill>
                <a:latin typeface="+mj-lt"/>
                <a:ea typeface="MS PGothic" pitchFamily="34" charset="-128"/>
              </a:rPr>
              <a:t>Swap </a:t>
            </a:r>
            <a:br>
              <a:rPr lang="en-US" sz="1100" b="1" cap="all" dirty="0">
                <a:solidFill>
                  <a:schemeClr val="bg1"/>
                </a:solidFill>
                <a:latin typeface="+mj-lt"/>
                <a:ea typeface="MS PGothic" pitchFamily="34" charset="-128"/>
              </a:rPr>
            </a:br>
            <a:r>
              <a:rPr lang="en-US" sz="1100" b="1" cap="all" dirty="0">
                <a:solidFill>
                  <a:schemeClr val="bg1"/>
                </a:solidFill>
                <a:latin typeface="+mj-lt"/>
                <a:ea typeface="MS PGothic" pitchFamily="34" charset="-128"/>
              </a:rPr>
              <a:t>Execution</a:t>
            </a:r>
          </a:p>
        </p:txBody>
      </p:sp>
      <p:graphicFrame>
        <p:nvGraphicFramePr>
          <p:cNvPr id="18" name="Content Placeholder 11">
            <a:extLst>
              <a:ext uri="{FF2B5EF4-FFF2-40B4-BE49-F238E27FC236}">
                <a16:creationId xmlns:a16="http://schemas.microsoft.com/office/drawing/2014/main" id="{D6216E76-DB5F-2E75-D333-9AB5D14C9574}"/>
              </a:ext>
            </a:extLst>
          </p:cNvPr>
          <p:cNvGraphicFramePr>
            <a:graphicFrameLocks/>
          </p:cNvGraphicFramePr>
          <p:nvPr/>
        </p:nvGraphicFramePr>
        <p:xfrm>
          <a:off x="692150" y="3948113"/>
          <a:ext cx="8680450" cy="322262"/>
        </p:xfrm>
        <a:graphic>
          <a:graphicData uri="http://schemas.openxmlformats.org/drawingml/2006/table">
            <a:tbl>
              <a:tblPr/>
              <a:tblGrid>
                <a:gridCol w="8680450">
                  <a:extLst>
                    <a:ext uri="{9D8B030D-6E8A-4147-A177-3AD203B41FA5}">
                      <a16:colId xmlns:a16="http://schemas.microsoft.com/office/drawing/2014/main" val="20000"/>
                    </a:ext>
                  </a:extLst>
                </a:gridCol>
              </a:tblGrid>
              <a:tr h="322262">
                <a:tc>
                  <a:txBody>
                    <a:bodyPr/>
                    <a:lstStyle/>
                    <a:p>
                      <a:pPr marL="0" indent="0" algn="ctr" defTabSz="914400" rtl="0" eaLnBrk="1" fontAlgn="b" latinLnBrk="0" hangingPunct="1">
                        <a:lnSpc>
                          <a:spcPct val="110000"/>
                        </a:lnSpc>
                        <a:spcBef>
                          <a:spcPts val="1000"/>
                        </a:spcBef>
                        <a:buFont typeface="Arial" panose="020B0604020202020204" pitchFamily="34" charset="0"/>
                        <a:buNone/>
                      </a:pPr>
                      <a:r>
                        <a:rPr lang="en-US" sz="1400" b="1" kern="1200" cap="all" baseline="0" dirty="0">
                          <a:solidFill>
                            <a:schemeClr val="tx1">
                              <a:lumMod val="75000"/>
                              <a:lumOff val="25000"/>
                            </a:schemeClr>
                          </a:solidFill>
                          <a:latin typeface="+mj-lt"/>
                          <a:ea typeface="+mn-ea"/>
                          <a:cs typeface="Arial" pitchFamily="34" charset="0"/>
                        </a:rPr>
                        <a:t> </a:t>
                      </a:r>
                      <a:r>
                        <a:rPr lang="en-US" sz="1600" b="1" kern="1200" dirty="0">
                          <a:solidFill>
                            <a:schemeClr val="tx1">
                              <a:lumMod val="75000"/>
                              <a:lumOff val="25000"/>
                            </a:schemeClr>
                          </a:solidFill>
                          <a:latin typeface="+mj-lt"/>
                          <a:ea typeface="+mn-ea"/>
                          <a:cs typeface="Arial" pitchFamily="34" charset="0"/>
                        </a:rPr>
                        <a:t>Swap Onboarding Documentation </a:t>
                      </a:r>
                    </a:p>
                  </a:txBody>
                  <a:tcPr marL="0" marR="0" marT="27034" marB="2703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9" name="Content Placeholder 11">
            <a:extLst>
              <a:ext uri="{FF2B5EF4-FFF2-40B4-BE49-F238E27FC236}">
                <a16:creationId xmlns:a16="http://schemas.microsoft.com/office/drawing/2014/main" id="{520E12CF-AD13-32E9-4E00-4F5C8132B6E3}"/>
              </a:ext>
            </a:extLst>
          </p:cNvPr>
          <p:cNvGraphicFramePr>
            <a:graphicFrameLocks/>
          </p:cNvGraphicFramePr>
          <p:nvPr/>
        </p:nvGraphicFramePr>
        <p:xfrm>
          <a:off x="685800" y="2698750"/>
          <a:ext cx="8691563" cy="323850"/>
        </p:xfrm>
        <a:graphic>
          <a:graphicData uri="http://schemas.openxmlformats.org/drawingml/2006/table">
            <a:tbl>
              <a:tblPr/>
              <a:tblGrid>
                <a:gridCol w="8691563">
                  <a:extLst>
                    <a:ext uri="{9D8B030D-6E8A-4147-A177-3AD203B41FA5}">
                      <a16:colId xmlns:a16="http://schemas.microsoft.com/office/drawing/2014/main" val="20000"/>
                    </a:ext>
                  </a:extLst>
                </a:gridCol>
              </a:tblGrid>
              <a:tr h="323850">
                <a:tc>
                  <a:txBody>
                    <a:bodyPr/>
                    <a:lstStyle/>
                    <a:p>
                      <a:pPr marL="0" marR="0" lvl="0" indent="0" algn="ctr" defTabSz="457200" rtl="0" eaLnBrk="0" fontAlgn="auto" latinLnBrk="0" hangingPunct="0">
                        <a:lnSpc>
                          <a:spcPct val="110000"/>
                        </a:lnSpc>
                        <a:spcBef>
                          <a:spcPct val="40000"/>
                        </a:spcBef>
                        <a:spcAft>
                          <a:spcPts val="0"/>
                        </a:spcAft>
                        <a:buClrTx/>
                        <a:buSzTx/>
                        <a:buFontTx/>
                        <a:buNone/>
                        <a:tabLst/>
                        <a:defRPr/>
                      </a:pPr>
                      <a:r>
                        <a:rPr kumimoji="0" lang="en-US" sz="1600" b="1" i="0" u="none" strike="noStrike" kern="1200" cap="none" spc="0" normalizeH="0" baseline="0" noProof="0" dirty="0">
                          <a:ln>
                            <a:noFill/>
                          </a:ln>
                          <a:solidFill>
                            <a:srgbClr val="000000">
                              <a:lumMod val="75000"/>
                              <a:lumOff val="25000"/>
                            </a:srgbClr>
                          </a:solidFill>
                          <a:effectLst/>
                          <a:uLnTx/>
                          <a:uFillTx/>
                          <a:latin typeface="Calibri Light" panose="020F0302020204030204"/>
                          <a:ea typeface="+mn-ea"/>
                          <a:cs typeface="+mn-cs"/>
                        </a:rPr>
                        <a:t>Swap Process</a:t>
                      </a:r>
                    </a:p>
                  </a:txBody>
                  <a:tcPr marL="0" marR="0" marT="27497" marB="2749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B7A15925-843B-F3E3-F587-1D4553951A65}"/>
              </a:ext>
            </a:extLst>
          </p:cNvPr>
          <p:cNvSpPr>
            <a:spLocks noGrp="1"/>
          </p:cNvSpPr>
          <p:nvPr>
            <p:ph type="title"/>
          </p:nvPr>
        </p:nvSpPr>
        <p:spPr/>
        <p:txBody>
          <a:bodyPr/>
          <a:lstStyle/>
          <a:p>
            <a:pPr eaLnBrk="1" hangingPunct="1"/>
            <a:r>
              <a:rPr lang="en-US" altLang="en-US" dirty="0">
                <a:solidFill>
                  <a:srgbClr val="7D532F"/>
                </a:solidFill>
              </a:rPr>
              <a:t>Dodd Frank Act</a:t>
            </a:r>
            <a:r>
              <a:rPr lang="en-CA" altLang="en-US" dirty="0">
                <a:solidFill>
                  <a:srgbClr val="7D532F"/>
                </a:solidFill>
              </a:rPr>
              <a:t> – </a:t>
            </a:r>
            <a:r>
              <a:rPr lang="en-US" altLang="en-US" dirty="0">
                <a:solidFill>
                  <a:srgbClr val="7D532F"/>
                </a:solidFill>
              </a:rPr>
              <a:t>Title VII Requirements (1 of 2)</a:t>
            </a:r>
          </a:p>
        </p:txBody>
      </p:sp>
      <p:sp>
        <p:nvSpPr>
          <p:cNvPr id="66563" name="Rectangle 3">
            <a:extLst>
              <a:ext uri="{FF2B5EF4-FFF2-40B4-BE49-F238E27FC236}">
                <a16:creationId xmlns:a16="http://schemas.microsoft.com/office/drawing/2014/main" id="{52DB82A2-69DC-966E-1A45-C76ABF89D9EE}"/>
              </a:ext>
            </a:extLst>
          </p:cNvPr>
          <p:cNvSpPr>
            <a:spLocks noGrp="1"/>
          </p:cNvSpPr>
          <p:nvPr>
            <p:ph idx="1"/>
          </p:nvPr>
        </p:nvSpPr>
        <p:spPr>
          <a:xfrm>
            <a:off x="704850" y="1371600"/>
            <a:ext cx="8674100" cy="5673725"/>
          </a:xfrm>
        </p:spPr>
        <p:txBody>
          <a:bodyPr/>
          <a:lstStyle/>
          <a:p>
            <a:pPr eaLnBrk="1" hangingPunct="1"/>
            <a:r>
              <a:rPr lang="en-US" altLang="en-US" dirty="0">
                <a:solidFill>
                  <a:srgbClr val="7D532F"/>
                </a:solidFill>
              </a:rPr>
              <a:t>Swap Data Reporting</a:t>
            </a:r>
          </a:p>
          <a:p>
            <a:pPr lvl="1" eaLnBrk="1" hangingPunct="1"/>
            <a:r>
              <a:rPr lang="en-US" altLang="en-US" dirty="0"/>
              <a:t>To increase market transparency, we are required to report information about this swap, such as the fixed rate, notional amount, termination date, etc., to a Swap Data Repository (SDR). </a:t>
            </a:r>
          </a:p>
          <a:p>
            <a:pPr eaLnBrk="1" hangingPunct="1"/>
            <a:r>
              <a:rPr lang="en-US" altLang="en-US" dirty="0">
                <a:solidFill>
                  <a:srgbClr val="7D532F"/>
                </a:solidFill>
              </a:rPr>
              <a:t>Eligible Contract Participant Acknowledgement (ECP)</a:t>
            </a:r>
          </a:p>
          <a:p>
            <a:pPr lvl="1" eaLnBrk="1" hangingPunct="1"/>
            <a:r>
              <a:rPr lang="en-US" altLang="en-US" dirty="0"/>
              <a:t>Each counterparty to or guarantor of a derivatives transaction must be an “eligible contract participant.” This will allow you to represent to JPMorgan Chase Bank that you (and your guarantor(s), as applicable) are an ECP. </a:t>
            </a:r>
          </a:p>
          <a:p>
            <a:pPr eaLnBrk="1" hangingPunct="1"/>
            <a:r>
              <a:rPr lang="en-US" altLang="en-US" dirty="0">
                <a:solidFill>
                  <a:srgbClr val="7D532F"/>
                </a:solidFill>
              </a:rPr>
              <a:t>Legal Entity Identifier (LEI)</a:t>
            </a:r>
          </a:p>
          <a:p>
            <a:pPr lvl="1" eaLnBrk="1" hangingPunct="1"/>
            <a:r>
              <a:rPr lang="en-US" altLang="en-US" dirty="0"/>
              <a:t>Allows regulators to quickly identify all derivatives transactions entered into by a single party.</a:t>
            </a:r>
          </a:p>
          <a:p>
            <a:pPr lvl="2" eaLnBrk="1" hangingPunct="1">
              <a:buClr>
                <a:srgbClr val="7D532F"/>
              </a:buClr>
            </a:pPr>
            <a:r>
              <a:rPr lang="en-US" altLang="en-US" dirty="0"/>
              <a:t>Consequently, each party to a swap must obtain a LEI from an accredited Local Operating Unit (LOU) such as (Individuals, but not Sole Proprietor's, are exempt from this requirement):</a:t>
            </a:r>
          </a:p>
          <a:p>
            <a:pPr lvl="3" eaLnBrk="1" hangingPunct="1">
              <a:buClr>
                <a:srgbClr val="7D532F"/>
              </a:buClr>
            </a:pPr>
            <a:r>
              <a:rPr lang="en-US" altLang="en-US" dirty="0"/>
              <a:t>Bloomberg LEI at </a:t>
            </a:r>
            <a:r>
              <a:rPr lang="en-US" altLang="en-US" dirty="0">
                <a:hlinkClick r:id="rId3"/>
              </a:rPr>
              <a:t>https://lei.bloomberg.com/</a:t>
            </a:r>
            <a:endParaRPr lang="en-US" altLang="en-US" dirty="0"/>
          </a:p>
          <a:p>
            <a:pPr lvl="3" eaLnBrk="1" hangingPunct="1">
              <a:buClr>
                <a:srgbClr val="7D532F"/>
              </a:buClr>
            </a:pPr>
            <a:r>
              <a:rPr lang="en-US" altLang="en-US" dirty="0"/>
              <a:t>Global Markets Entity Identifier (GMEI) at </a:t>
            </a:r>
            <a:r>
              <a:rPr lang="en-US" altLang="en-US" dirty="0">
                <a:hlinkClick r:id="rId4"/>
              </a:rPr>
              <a:t>https://www.GMEIutility.org/index.jsp</a:t>
            </a:r>
            <a:endParaRPr lang="en-US" altLang="en-US" dirty="0"/>
          </a:p>
          <a:p>
            <a:pPr lvl="2" eaLnBrk="1" hangingPunct="1">
              <a:buClr>
                <a:srgbClr val="7D532F"/>
              </a:buClr>
            </a:pPr>
            <a:r>
              <a:rPr lang="en-US" altLang="en-US" dirty="0"/>
              <a:t>There is a registration fee and an annual maintenance fee thereafter.</a:t>
            </a:r>
          </a:p>
          <a:p>
            <a:pPr lvl="2" eaLnBrk="1" hangingPunct="1">
              <a:buClr>
                <a:srgbClr val="7D532F"/>
              </a:buClr>
            </a:pPr>
            <a:r>
              <a:rPr lang="en-US" altLang="en-US" dirty="0"/>
              <a:t>After you’ve set up your account, information such as the following is requested: Legal entity name, registered address, and legal form of the entity. </a:t>
            </a:r>
          </a:p>
          <a:p>
            <a:pPr lvl="2" eaLnBrk="1" hangingPunct="1">
              <a:buClr>
                <a:srgbClr val="7D532F"/>
              </a:buClr>
            </a:pPr>
            <a:r>
              <a:rPr lang="en-US" altLang="en-US" dirty="0"/>
              <a:t>Expect to receive validation, via email, of your LEI in less than one week from the LEI issuer.  </a:t>
            </a:r>
          </a:p>
          <a:p>
            <a:pPr eaLnBrk="1" hangingPunct="1"/>
            <a:endParaRPr lang="en-US" altLang="en-US" dirty="0"/>
          </a:p>
        </p:txBody>
      </p:sp>
      <p:sp>
        <p:nvSpPr>
          <p:cNvPr id="66564" name="Slide Number Placeholder 1">
            <a:extLst>
              <a:ext uri="{FF2B5EF4-FFF2-40B4-BE49-F238E27FC236}">
                <a16:creationId xmlns:a16="http://schemas.microsoft.com/office/drawing/2014/main" id="{7774BAE0-59A1-6E7E-B5C7-A5A1310B6194}"/>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B6CC046-42EF-4DFE-83B8-6D27D5BA084F}" type="slidenum">
              <a:rPr lang="en-US" altLang="en-US"/>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05F1E7AE-3401-8B6D-8FD7-339271D519D1}"/>
              </a:ext>
            </a:extLst>
          </p:cNvPr>
          <p:cNvSpPr>
            <a:spLocks noGrp="1"/>
          </p:cNvSpPr>
          <p:nvPr>
            <p:ph type="title"/>
          </p:nvPr>
        </p:nvSpPr>
        <p:spPr/>
        <p:txBody>
          <a:bodyPr/>
          <a:lstStyle/>
          <a:p>
            <a:pPr eaLnBrk="1" hangingPunct="1"/>
            <a:r>
              <a:rPr lang="en-US" altLang="en-US" dirty="0">
                <a:solidFill>
                  <a:srgbClr val="7D532F"/>
                </a:solidFill>
              </a:rPr>
              <a:t>Dodd Frank Act</a:t>
            </a:r>
            <a:r>
              <a:rPr lang="en-CA" altLang="en-US" dirty="0">
                <a:solidFill>
                  <a:srgbClr val="7D532F"/>
                </a:solidFill>
              </a:rPr>
              <a:t> – </a:t>
            </a:r>
            <a:r>
              <a:rPr lang="en-US" altLang="en-US" dirty="0">
                <a:solidFill>
                  <a:srgbClr val="7D532F"/>
                </a:solidFill>
              </a:rPr>
              <a:t>Title VII Requirements (2 of 2)</a:t>
            </a:r>
          </a:p>
        </p:txBody>
      </p:sp>
      <p:sp>
        <p:nvSpPr>
          <p:cNvPr id="68611" name="Rectangle 3">
            <a:extLst>
              <a:ext uri="{FF2B5EF4-FFF2-40B4-BE49-F238E27FC236}">
                <a16:creationId xmlns:a16="http://schemas.microsoft.com/office/drawing/2014/main" id="{6406D820-D86D-C08D-2E19-A906FAE547E7}"/>
              </a:ext>
            </a:extLst>
          </p:cNvPr>
          <p:cNvSpPr>
            <a:spLocks noGrp="1"/>
          </p:cNvSpPr>
          <p:nvPr>
            <p:ph idx="1"/>
          </p:nvPr>
        </p:nvSpPr>
        <p:spPr>
          <a:xfrm>
            <a:off x="704850" y="1260475"/>
            <a:ext cx="8786813" cy="5973763"/>
          </a:xfrm>
        </p:spPr>
        <p:txBody>
          <a:bodyPr/>
          <a:lstStyle/>
          <a:p>
            <a:pPr eaLnBrk="1" hangingPunct="1"/>
            <a:r>
              <a:rPr lang="en-US" altLang="en-US" dirty="0">
                <a:solidFill>
                  <a:srgbClr val="7D532F"/>
                </a:solidFill>
              </a:rPr>
              <a:t>End User Exception to the Clearing Requirement for Swaps (The Exception)</a:t>
            </a:r>
          </a:p>
          <a:p>
            <a:pPr lvl="1" eaLnBrk="1" hangingPunct="1"/>
            <a:r>
              <a:rPr lang="en-US" altLang="en-US" dirty="0">
                <a:solidFill>
                  <a:schemeClr val="tx1"/>
                </a:solidFill>
              </a:rPr>
              <a:t>Generally, all parties to a swap transaction are required to submit the swap to a central clearing party. </a:t>
            </a:r>
            <a:r>
              <a:rPr lang="en-US" altLang="en-US" dirty="0"/>
              <a:t>However, the regulators have established an exception to this requirement if the swap party is (1) not a financial entity, (2) is mitigating or hedging the adjustable rate risk of an adjustable rate loan, and (3) informs the CFTC how it generally meets its financial obligations of a non-cleared swap. Issuers of registered securities have additional obligations. </a:t>
            </a:r>
          </a:p>
          <a:p>
            <a:pPr eaLnBrk="1" hangingPunct="1"/>
            <a:r>
              <a:rPr lang="en-US" altLang="en-US" dirty="0">
                <a:solidFill>
                  <a:srgbClr val="7D532F"/>
                </a:solidFill>
              </a:rPr>
              <a:t>Reporting: </a:t>
            </a:r>
          </a:p>
          <a:p>
            <a:pPr lvl="1" eaLnBrk="1" hangingPunct="1"/>
            <a:r>
              <a:rPr lang="en-US" altLang="en-US" dirty="0"/>
              <a:t>Your claim of The Exception must be reported to the DDR (DTCC Data Repository) by either party.   </a:t>
            </a:r>
          </a:p>
          <a:p>
            <a:pPr lvl="2" eaLnBrk="1" hangingPunct="1">
              <a:buClr>
                <a:srgbClr val="7D532F"/>
              </a:buClr>
            </a:pPr>
            <a:r>
              <a:rPr lang="en-US" altLang="en-US" b="1" dirty="0"/>
              <a:t>You report: </a:t>
            </a:r>
            <a:r>
              <a:rPr lang="en-US" altLang="en-US" dirty="0"/>
              <a:t>…via the DDR’s “End-User Clearing Exception Form”.</a:t>
            </a:r>
          </a:p>
          <a:p>
            <a:pPr lvl="2" eaLnBrk="1" hangingPunct="1">
              <a:buClr>
                <a:srgbClr val="7D532F"/>
              </a:buClr>
            </a:pPr>
            <a:r>
              <a:rPr lang="en-US" altLang="en-US" b="1" dirty="0"/>
              <a:t>JPMorgan Chase Bank reports</a:t>
            </a:r>
            <a:r>
              <a:rPr lang="en-US" altLang="en-US" dirty="0"/>
              <a:t>: you Elect us to Report your claim. In order to do so, please complete and return the “End-User Clearing Exception Form”.  </a:t>
            </a:r>
          </a:p>
          <a:p>
            <a:pPr lvl="2" eaLnBrk="1" hangingPunct="1">
              <a:buClr>
                <a:srgbClr val="7D532F"/>
              </a:buClr>
            </a:pPr>
            <a:r>
              <a:rPr lang="en-US" altLang="en-US" dirty="0"/>
              <a:t>For any subsequent swaps, the reporting documentation may be different.</a:t>
            </a:r>
          </a:p>
          <a:p>
            <a:pPr eaLnBrk="1" hangingPunct="1"/>
            <a:r>
              <a:rPr lang="en-US" altLang="en-US" dirty="0">
                <a:solidFill>
                  <a:srgbClr val="7D532F"/>
                </a:solidFill>
              </a:rPr>
              <a:t>What is Clearing? </a:t>
            </a:r>
          </a:p>
          <a:p>
            <a:pPr lvl="1" eaLnBrk="1" hangingPunct="1"/>
            <a:r>
              <a:rPr lang="en-US" altLang="en-US" dirty="0"/>
              <a:t>After transacting the swap, all subsequent financial obligations will be made through a separate entity, known as a Futures Clearing Merchant (FCM). </a:t>
            </a:r>
          </a:p>
          <a:p>
            <a:pPr lvl="1" eaLnBrk="1" hangingPunct="1"/>
            <a:r>
              <a:rPr lang="en-US" altLang="en-US" dirty="0"/>
              <a:t>Pro’s: Reduced swap credit risk (ISDA Setoff provision mitigates this) </a:t>
            </a:r>
          </a:p>
          <a:p>
            <a:pPr lvl="1" eaLnBrk="1" hangingPunct="1"/>
            <a:r>
              <a:rPr lang="en-US" altLang="en-US" dirty="0"/>
              <a:t>Con’s: 1) Clearing fees, 2) Daily operational demands, 3) Daily margin posting to/from FCM (changing value of the swap contract), 4) Daily liquidity needs if you need to post margin at FCM, 5) Missed payments could lead to immediate swap termination and seizure of collateral.</a:t>
            </a:r>
          </a:p>
        </p:txBody>
      </p:sp>
      <p:sp>
        <p:nvSpPr>
          <p:cNvPr id="68612" name="Slide Number Placeholder 1">
            <a:extLst>
              <a:ext uri="{FF2B5EF4-FFF2-40B4-BE49-F238E27FC236}">
                <a16:creationId xmlns:a16="http://schemas.microsoft.com/office/drawing/2014/main" id="{B783FB2F-F5F2-82D8-3A51-0A680E83E478}"/>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F3C1CF4-6509-4BF4-900D-FCDDEF64BC69}" type="slidenum">
              <a:rPr lang="en-US" altLang="en-US"/>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4877147A-A51F-0264-F448-9F38186F5B98}"/>
              </a:ext>
            </a:extLst>
          </p:cNvPr>
          <p:cNvSpPr>
            <a:spLocks noGrp="1"/>
          </p:cNvSpPr>
          <p:nvPr>
            <p:ph type="title"/>
          </p:nvPr>
        </p:nvSpPr>
        <p:spPr/>
        <p:txBody>
          <a:bodyPr/>
          <a:lstStyle/>
          <a:p>
            <a:pPr eaLnBrk="1" hangingPunct="1"/>
            <a:r>
              <a:rPr lang="en-US" altLang="en-US" dirty="0">
                <a:solidFill>
                  <a:srgbClr val="7D532F"/>
                </a:solidFill>
              </a:rPr>
              <a:t>Summary </a:t>
            </a:r>
          </a:p>
        </p:txBody>
      </p:sp>
      <p:sp>
        <p:nvSpPr>
          <p:cNvPr id="70659" name="Rectangle 3">
            <a:extLst>
              <a:ext uri="{FF2B5EF4-FFF2-40B4-BE49-F238E27FC236}">
                <a16:creationId xmlns:a16="http://schemas.microsoft.com/office/drawing/2014/main" id="{40C0EABA-8862-47E5-D1B6-FB85A5C6BC5E}"/>
              </a:ext>
            </a:extLst>
          </p:cNvPr>
          <p:cNvSpPr>
            <a:spLocks noGrp="1"/>
          </p:cNvSpPr>
          <p:nvPr>
            <p:ph idx="1"/>
          </p:nvPr>
        </p:nvSpPr>
        <p:spPr>
          <a:xfrm>
            <a:off x="704850" y="1619250"/>
            <a:ext cx="8674100" cy="4984750"/>
          </a:xfrm>
        </p:spPr>
        <p:txBody>
          <a:bodyPr/>
          <a:lstStyle/>
          <a:p>
            <a:pPr lvl="2" eaLnBrk="1" hangingPunct="1">
              <a:buClr>
                <a:srgbClr val="7D532F"/>
              </a:buClr>
            </a:pPr>
            <a:r>
              <a:rPr lang="en-US" altLang="en-US" dirty="0"/>
              <a:t>If rates move higher, you have beneficial exposure to the positive increase in the market value of swap.</a:t>
            </a:r>
          </a:p>
          <a:p>
            <a:pPr lvl="2" eaLnBrk="1" hangingPunct="1">
              <a:buClr>
                <a:srgbClr val="7D532F"/>
              </a:buClr>
            </a:pPr>
            <a:r>
              <a:rPr lang="en-US" altLang="en-US" dirty="0"/>
              <a:t>Lock in fixed interest rate that will begin near historically low levels.</a:t>
            </a:r>
          </a:p>
          <a:p>
            <a:pPr lvl="2" eaLnBrk="1" hangingPunct="1">
              <a:buClr>
                <a:srgbClr val="7D532F"/>
              </a:buClr>
            </a:pPr>
            <a:r>
              <a:rPr lang="en-US" altLang="en-US" dirty="0"/>
              <a:t>Eliminate interest expense risk from budgets at manageable levels.</a:t>
            </a:r>
          </a:p>
          <a:p>
            <a:pPr lvl="2" eaLnBrk="1" hangingPunct="1">
              <a:buClr>
                <a:srgbClr val="7D532F"/>
              </a:buClr>
            </a:pPr>
            <a:r>
              <a:rPr lang="en-US" altLang="en-US" dirty="0"/>
              <a:t>Acquire direct interest rate derivatives experience.</a:t>
            </a:r>
          </a:p>
          <a:p>
            <a:pPr lvl="2" eaLnBrk="1" hangingPunct="1">
              <a:buClr>
                <a:srgbClr val="7D532F"/>
              </a:buClr>
            </a:pPr>
            <a:r>
              <a:rPr lang="en-US" altLang="en-US" dirty="0"/>
              <a:t>Ancillary issues include Accounting, operational support, JPMorgan Chase Bank credit risk.</a:t>
            </a:r>
          </a:p>
        </p:txBody>
      </p:sp>
      <p:sp>
        <p:nvSpPr>
          <p:cNvPr id="70660" name="Slide Number Placeholder 1">
            <a:extLst>
              <a:ext uri="{FF2B5EF4-FFF2-40B4-BE49-F238E27FC236}">
                <a16:creationId xmlns:a16="http://schemas.microsoft.com/office/drawing/2014/main" id="{4EE21395-1AE4-2EFB-A132-39FE0BC19D62}"/>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0F9A132-01B3-4201-89ED-D90E8ACC703A}" type="slidenum">
              <a:rPr lang="en-US" altLang="en-US"/>
              <a:pPr/>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A3B16F62-4E4D-DA17-FFE7-49302ED57AC0}"/>
              </a:ext>
            </a:extLst>
          </p:cNvPr>
          <p:cNvSpPr>
            <a:spLocks noGrp="1"/>
          </p:cNvSpPr>
          <p:nvPr>
            <p:ph type="title"/>
          </p:nvPr>
        </p:nvSpPr>
        <p:spPr/>
        <p:txBody>
          <a:bodyPr/>
          <a:lstStyle/>
          <a:p>
            <a:pPr eaLnBrk="1" hangingPunct="1"/>
            <a:r>
              <a:rPr lang="en-US" altLang="en-US" dirty="0">
                <a:solidFill>
                  <a:srgbClr val="7D532F"/>
                </a:solidFill>
              </a:rPr>
              <a:t>Disclaimer</a:t>
            </a:r>
          </a:p>
        </p:txBody>
      </p:sp>
      <p:sp>
        <p:nvSpPr>
          <p:cNvPr id="74755" name="Rectangle 3">
            <a:extLst>
              <a:ext uri="{FF2B5EF4-FFF2-40B4-BE49-F238E27FC236}">
                <a16:creationId xmlns:a16="http://schemas.microsoft.com/office/drawing/2014/main" id="{C1F8B461-81EB-DBFE-8524-329C23974066}"/>
              </a:ext>
            </a:extLst>
          </p:cNvPr>
          <p:cNvSpPr>
            <a:spLocks noGrp="1"/>
          </p:cNvSpPr>
          <p:nvPr>
            <p:ph idx="1"/>
          </p:nvPr>
        </p:nvSpPr>
        <p:spPr>
          <a:xfrm>
            <a:off x="692150" y="1254125"/>
            <a:ext cx="8674100" cy="5673725"/>
          </a:xfrm>
        </p:spPr>
        <p:txBody>
          <a:bodyPr/>
          <a:lstStyle/>
          <a:p>
            <a:pPr lvl="1" eaLnBrk="1" hangingPunct="1"/>
            <a:r>
              <a:rPr lang="en-US" altLang="en-US" dirty="0">
                <a:solidFill>
                  <a:schemeClr val="tx1"/>
                </a:solidFill>
              </a:rPr>
              <a:t>The attached information does not constitute an offer or solicitation or other offering.  Information and explanations in this material shall not be considered investment advice, advice provided by a municipal advisor or a recommendation to enter into a transaction. Any terms set forth in this document are indicative and for discussion purposes only.  JPMorgan Chase Bank gives no assurance that any transaction will be entered into on the basis of any such indicative terms. </a:t>
            </a:r>
          </a:p>
          <a:p>
            <a:pPr lvl="1" eaLnBrk="1" hangingPunct="1"/>
            <a:r>
              <a:rPr lang="en-US" altLang="en-US" dirty="0"/>
              <a:t>The information is published for the assistance of its recipients, and is current as of the date of this publication, but is not to be relied upon as authoritative or taken in substitution for the exercise of judgment by any recipient, and is subject to change without notice. This information is not intended to provide the sole basis for any evaluation by you of the transaction described herein and you agree that the merits or suitability of any such transaction to your particular situation will be independently determined by you including consideration of the legal, tax, accounting, regulatory, financial and other related aspects thereof.  Not all customers are suitable or eligible for swaps.  Please seek any advice that you consider necessary or desirable to obtain before buying or selling any of the referenced financial instruments. In particular, JPMorgan Chase Bank owes no duty to you (except as required by law or regulation) to exercise any judgment on your behalf as to the merits or suitability of any transaction.   </a:t>
            </a:r>
          </a:p>
          <a:p>
            <a:pPr lvl="1" eaLnBrk="1" hangingPunct="1"/>
            <a:r>
              <a:rPr lang="en-US" altLang="en-US" dirty="0"/>
              <a:t>Any indicative price quotations, disclosure materials or analyses provided to you have been prepared on assumption and parameters that reflect our good faith judgment or selection and therefore no guarantee is given as to the accuracy, completeness or reasonableness of any such quotation, disclosures or analyses.  Past performance results are neither an indicator nor a guarantee of future results.  The information contained herein is provided to you on a strictly confidential basis and you agree that it may not be copied, reproduced or otherwise distributed by you, whether in whole or in part, (other than to your professional advisers) without our prior written consent.  This information was produced by JPMorgan Chase Bank. </a:t>
            </a:r>
          </a:p>
          <a:p>
            <a:pPr lvl="1" eaLnBrk="1" hangingPunct="1"/>
            <a:r>
              <a:rPr lang="en-US" altLang="en-US" b="1" dirty="0"/>
              <a:t>The Capital Markets derivative products referred to in this document are:</a:t>
            </a:r>
          </a:p>
          <a:p>
            <a:pPr lvl="1" eaLnBrk="1" hangingPunct="1"/>
            <a:r>
              <a:rPr lang="en-US" altLang="en-US" dirty="0"/>
              <a:t>(</a:t>
            </a:r>
            <a:r>
              <a:rPr lang="en-US" altLang="en-US" dirty="0" err="1"/>
              <a:t>i</a:t>
            </a:r>
            <a:r>
              <a:rPr lang="en-US" altLang="en-US" dirty="0"/>
              <a:t>) Not insured by the Federal Deposit Insurance Corporation (“FDIC”); (ii) not deposits or other obligations of the financial institution and are not guaranteed by the financial institution; and (iii) are subject to market fluctuations or investment risks, including possible loss of value and/or loss of the principal invested.   In addition, some financial products such as derivative products may not be suitable for all clients/investors.  Please seek any advice that you consider necessary or desirable before transacting in any of the herein referenced financial instruments.</a:t>
            </a:r>
          </a:p>
          <a:p>
            <a:pPr lvl="1" eaLnBrk="1" hangingPunct="1"/>
            <a:endParaRPr lang="en-US" altLang="en-US" dirty="0"/>
          </a:p>
          <a:p>
            <a:pPr eaLnBrk="1" hangingPunct="1"/>
            <a:endParaRPr lang="en-US" altLang="en-US" dirty="0"/>
          </a:p>
        </p:txBody>
      </p:sp>
      <p:sp>
        <p:nvSpPr>
          <p:cNvPr id="74756" name="Slide Number Placeholder 1">
            <a:extLst>
              <a:ext uri="{FF2B5EF4-FFF2-40B4-BE49-F238E27FC236}">
                <a16:creationId xmlns:a16="http://schemas.microsoft.com/office/drawing/2014/main" id="{7C8A7C8B-FE52-B4B0-0229-7620EABFEDCA}"/>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5BC219B-EA27-48BF-871B-731EDAC52BF6}" type="slidenum">
              <a:rPr lang="en-US" altLang="en-US"/>
              <a:pPr/>
              <a:t>15</a:t>
            </a:fld>
            <a:endParaRPr lang="en-US" altLang="en-US"/>
          </a:p>
        </p:txBody>
      </p:sp>
    </p:spTree>
  </p:cSld>
  <p:clrMapOvr>
    <a:masterClrMapping/>
  </p:clrMapOvr>
</p:sld>
</file>

<file path=ppt/theme/theme1.xml><?xml version="1.0" encoding="utf-8"?>
<a:theme xmlns:a="http://schemas.openxmlformats.org/drawingml/2006/main" name="BotW Rebrand 2016">
  <a:themeElements>
    <a:clrScheme name="BankWest Rebrand 2017">
      <a:dk1>
        <a:srgbClr val="000000"/>
      </a:dk1>
      <a:lt1>
        <a:srgbClr val="FFFFFF"/>
      </a:lt1>
      <a:dk2>
        <a:srgbClr val="00915A"/>
      </a:dk2>
      <a:lt2>
        <a:srgbClr val="E1E1E1"/>
      </a:lt2>
      <a:accent1>
        <a:srgbClr val="A1D884"/>
      </a:accent1>
      <a:accent2>
        <a:srgbClr val="5CB8B2"/>
      </a:accent2>
      <a:accent3>
        <a:srgbClr val="B1B3B3"/>
      </a:accent3>
      <a:accent4>
        <a:srgbClr val="F2C75C"/>
      </a:accent4>
      <a:accent5>
        <a:srgbClr val="254A5D"/>
      </a:accent5>
      <a:accent6>
        <a:srgbClr val="78CBAA"/>
      </a:accent6>
      <a:hlink>
        <a:srgbClr val="4B4B4B"/>
      </a:hlink>
      <a:folHlink>
        <a:srgbClr val="96969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ot="0" spcFirstLastPara="0" vertOverflow="overflow" horzOverflow="overflow" vert="horz" wrap="square" lIns="45720" tIns="45720" rIns="45720" bIns="45720" numCol="1" spcCol="0" rtlCol="0" fromWordArt="0" anchor="ctr" anchorCtr="1" forceAA="0" compatLnSpc="1">
        <a:prstTxWarp prst="textNoShape">
          <a:avLst/>
        </a:prstTxWarp>
        <a:noAutofit/>
      </a:bodyPr>
      <a:lstStyle>
        <a:defPPr algn="ctr">
          <a:lnSpc>
            <a:spcPct val="90000"/>
          </a:lnSpc>
          <a:defRPr sz="1600" b="1" dirty="0" err="1" smtClean="0">
            <a:latin typeface="+mj-lt"/>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marL="0" defTabSz="914400">
          <a:lnSpc>
            <a:spcPct val="90000"/>
          </a:lnSpc>
          <a:spcBef>
            <a:spcPts val="500"/>
          </a:spcBef>
          <a:defRPr sz="1600" dirty="0" err="1" smtClean="0">
            <a:solidFill>
              <a:schemeClr val="tx1">
                <a:lumMod val="75000"/>
                <a:lumOff val="25000"/>
              </a:schemeClr>
            </a:solidFill>
            <a:latin typeface="Calibri Light" panose="020F03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20980</TotalTime>
  <Words>2742</Words>
  <Application>Microsoft Office PowerPoint</Application>
  <PresentationFormat>Custom</PresentationFormat>
  <Paragraphs>312</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MS PGothic</vt:lpstr>
      <vt:lpstr>Arial</vt:lpstr>
      <vt:lpstr>Calibri</vt:lpstr>
      <vt:lpstr>Calibri Light</vt:lpstr>
      <vt:lpstr>Times New Roman MT Extra Bold</vt:lpstr>
      <vt:lpstr>Wingdings</vt:lpstr>
      <vt:lpstr>Wingdings 3</vt:lpstr>
      <vt:lpstr>BotW Rebrand 2016</vt:lpstr>
      <vt:lpstr>SOFR Interest Rate Swap</vt:lpstr>
      <vt:lpstr>1 month term Secured Overnight Financing Rate (SOFR) </vt:lpstr>
      <vt:lpstr>10-year U.S. Treasury Yield (From March 1981)</vt:lpstr>
      <vt:lpstr>Interest Rate Swap Definition &amp; Characteristics</vt:lpstr>
      <vt:lpstr>Benefits and Risks of an Interest Rate Swap</vt:lpstr>
      <vt:lpstr>Structure Assumptions </vt:lpstr>
      <vt:lpstr>Flow of Funds – Interest Components Diagram</vt:lpstr>
      <vt:lpstr>Interest Rate Sensitivity (Figures below are samples and are not actively updated)   </vt:lpstr>
      <vt:lpstr>Early Termination Concerns </vt:lpstr>
      <vt:lpstr>Accounting</vt:lpstr>
      <vt:lpstr>Swap Process and Documentation</vt:lpstr>
      <vt:lpstr>Dodd Frank Act – Title VII Requirements (1 of 2)</vt:lpstr>
      <vt:lpstr>Dodd Frank Act – Title VII Requirements (2 of 2)</vt:lpstr>
      <vt:lpstr>Summary </vt:lpstr>
      <vt:lpstr>Disclaimer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keywords>BOTWClass: Internal</cp:keywords>
  <cp:lastModifiedBy>Gil De La Cruz Vazquez</cp:lastModifiedBy>
  <cp:revision>1425</cp:revision>
  <cp:lastPrinted>2017-12-21T16:07:40Z</cp:lastPrinted>
  <dcterms:created xsi:type="dcterms:W3CDTF">2016-10-11T23:16:27Z</dcterms:created>
  <dcterms:modified xsi:type="dcterms:W3CDTF">2025-12-24T22:11:03Z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fe1b90d4-5f4c-46ee-9154-76055d4dc9bb</vt:lpwstr>
  </property>
  <property fmtid="{D5CDD505-2E9C-101B-9397-08002B2CF9AE}" pid="3" name="Markings">
    <vt:lpwstr>0</vt:lpwstr>
  </property>
  <property fmtid="{D5CDD505-2E9C-101B-9397-08002B2CF9AE}" pid="4" name="BOTWClass">
    <vt:lpwstr>Internal</vt:lpwstr>
  </property>
  <property fmtid="{D5CDD505-2E9C-101B-9397-08002B2CF9AE}" pid="5" name="ApplyVisualMarking">
    <vt:lpwstr>None</vt:lpwstr>
  </property>
</Properties>
</file>